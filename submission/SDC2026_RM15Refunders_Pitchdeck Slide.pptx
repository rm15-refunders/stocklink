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2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9.svg" ContentType="image/svg+xml"/>
  <Override PartName="/ppt/media/image5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7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5" r:id="rId4"/>
    <p:sldMasterId id="2147483689" r:id="rId5"/>
    <p:sldMasterId id="2147483702" r:id="rId6"/>
    <p:sldMasterId id="2147483716" r:id="rId7"/>
  </p:sldMasterIdLst>
  <p:sldIdLst>
    <p:sldId id="297" r:id="rId8"/>
    <p:sldId id="313" r:id="rId9"/>
    <p:sldId id="298" r:id="rId10"/>
    <p:sldId id="299" r:id="rId11"/>
    <p:sldId id="300" r:id="rId12"/>
    <p:sldId id="301" r:id="rId13"/>
    <p:sldId id="333" r:id="rId14"/>
    <p:sldId id="303" r:id="rId15"/>
    <p:sldId id="304" r:id="rId16"/>
    <p:sldId id="312" r:id="rId17"/>
    <p:sldId id="345" r:id="rId18"/>
    <p:sldId id="305" r:id="rId19"/>
    <p:sldId id="306" r:id="rId20"/>
    <p:sldId id="307" r:id="rId21"/>
    <p:sldId id="330" r:id="rId22"/>
    <p:sldId id="332" r:id="rId23"/>
    <p:sldId id="329" r:id="rId24"/>
    <p:sldId id="310" r:id="rId25"/>
    <p:sldId id="302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9"/>
        <p:guide pos="38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gs" Target="tags/tag627.xml"/><Relationship Id="rId31" Type="http://schemas.openxmlformats.org/officeDocument/2006/relationships/customXml" Target="../customXml/item1.xml"/><Relationship Id="rId30" Type="http://schemas.openxmlformats.org/officeDocument/2006/relationships/customXmlProps" Target="../customXml/itemProps626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1.jpe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6" Type="http://schemas.openxmlformats.org/officeDocument/2006/relationships/tags" Target="../tags/tag77.xml"/><Relationship Id="rId15" Type="http://schemas.openxmlformats.org/officeDocument/2006/relationships/image" Target="../media/image5.png"/><Relationship Id="rId14" Type="http://schemas.openxmlformats.org/officeDocument/2006/relationships/tags" Target="../tags/tag76.xml"/><Relationship Id="rId13" Type="http://schemas.openxmlformats.org/officeDocument/2006/relationships/image" Target="../media/image4.png"/><Relationship Id="rId12" Type="http://schemas.openxmlformats.org/officeDocument/2006/relationships/tags" Target="../tags/tag75.xml"/><Relationship Id="rId11" Type="http://schemas.openxmlformats.org/officeDocument/2006/relationships/image" Target="../media/image3.png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11.xml"/><Relationship Id="rId7" Type="http://schemas.openxmlformats.org/officeDocument/2006/relationships/image" Target="../media/image4.png"/><Relationship Id="rId6" Type="http://schemas.openxmlformats.org/officeDocument/2006/relationships/tags" Target="../tags/tag110.xml"/><Relationship Id="rId5" Type="http://schemas.openxmlformats.org/officeDocument/2006/relationships/image" Target="../media/image7.png"/><Relationship Id="rId4" Type="http://schemas.openxmlformats.org/officeDocument/2006/relationships/tags" Target="../tags/tag109.xml"/><Relationship Id="rId3" Type="http://schemas.openxmlformats.org/officeDocument/2006/relationships/image" Target="../media/image6.jpeg"/><Relationship Id="rId2" Type="http://schemas.openxmlformats.org/officeDocument/2006/relationships/tags" Target="../tags/tag108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image" Target="../media/image5.png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20.xml"/><Relationship Id="rId7" Type="http://schemas.openxmlformats.org/officeDocument/2006/relationships/image" Target="../media/image4.png"/><Relationship Id="rId6" Type="http://schemas.openxmlformats.org/officeDocument/2006/relationships/tags" Target="../tags/tag119.xml"/><Relationship Id="rId5" Type="http://schemas.openxmlformats.org/officeDocument/2006/relationships/image" Target="../media/image3.png"/><Relationship Id="rId4" Type="http://schemas.openxmlformats.org/officeDocument/2006/relationships/tags" Target="../tags/tag118.xml"/><Relationship Id="rId3" Type="http://schemas.openxmlformats.org/officeDocument/2006/relationships/image" Target="../media/image9.png"/><Relationship Id="rId2" Type="http://schemas.openxmlformats.org/officeDocument/2006/relationships/tags" Target="../tags/tag117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image" Target="../media/image8.png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28.xml"/><Relationship Id="rId7" Type="http://schemas.openxmlformats.org/officeDocument/2006/relationships/image" Target="../media/image8.png"/><Relationship Id="rId6" Type="http://schemas.openxmlformats.org/officeDocument/2006/relationships/tags" Target="../tags/tag127.xml"/><Relationship Id="rId5" Type="http://schemas.openxmlformats.org/officeDocument/2006/relationships/image" Target="../media/image4.png"/><Relationship Id="rId4" Type="http://schemas.openxmlformats.org/officeDocument/2006/relationships/tags" Target="../tags/tag126.xml"/><Relationship Id="rId3" Type="http://schemas.openxmlformats.org/officeDocument/2006/relationships/image" Target="../media/image7.png"/><Relationship Id="rId2" Type="http://schemas.openxmlformats.org/officeDocument/2006/relationships/tags" Target="../tags/tag125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image" Target="../media/image6.jpeg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12.jpeg"/><Relationship Id="rId2" Type="http://schemas.openxmlformats.org/officeDocument/2006/relationships/tags" Target="../tags/tag170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image" Target="../media/image12.jpeg"/><Relationship Id="rId2" Type="http://schemas.openxmlformats.org/officeDocument/2006/relationships/tags" Target="../tags/tag209.xml"/><Relationship Id="rId17" Type="http://schemas.openxmlformats.org/officeDocument/2006/relationships/tags" Target="../tags/tag222.xml"/><Relationship Id="rId16" Type="http://schemas.openxmlformats.org/officeDocument/2006/relationships/tags" Target="../tags/tag221.xml"/><Relationship Id="rId15" Type="http://schemas.openxmlformats.org/officeDocument/2006/relationships/tags" Target="../tags/tag220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image" Target="../media/image13.png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227.xml"/><Relationship Id="rId7" Type="http://schemas.openxmlformats.org/officeDocument/2006/relationships/image" Target="../media/image14.png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image" Target="../media/image12.jpeg"/><Relationship Id="rId2" Type="http://schemas.openxmlformats.org/officeDocument/2006/relationships/tags" Target="../tags/tag223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image" Target="../media/image16.png"/><Relationship Id="rId10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image" Target="../media/image12.jpeg"/><Relationship Id="rId2" Type="http://schemas.openxmlformats.org/officeDocument/2006/relationships/tags" Target="../tags/tag234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image" Target="../media/image13.png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277.xml"/><Relationship Id="rId7" Type="http://schemas.openxmlformats.org/officeDocument/2006/relationships/image" Target="../media/image20.png"/><Relationship Id="rId6" Type="http://schemas.openxmlformats.org/officeDocument/2006/relationships/tags" Target="../tags/tag276.xml"/><Relationship Id="rId5" Type="http://schemas.openxmlformats.org/officeDocument/2006/relationships/image" Target="../media/image19.png"/><Relationship Id="rId4" Type="http://schemas.openxmlformats.org/officeDocument/2006/relationships/tags" Target="../tags/tag275.xml"/><Relationship Id="rId3" Type="http://schemas.openxmlformats.org/officeDocument/2006/relationships/image" Target="../media/image18.png"/><Relationship Id="rId2" Type="http://schemas.openxmlformats.org/officeDocument/2006/relationships/tags" Target="../tags/tag274.xml"/><Relationship Id="rId17" Type="http://schemas.openxmlformats.org/officeDocument/2006/relationships/tags" Target="../tags/tag283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image" Target="../media/image23.png"/><Relationship Id="rId12" Type="http://schemas.openxmlformats.org/officeDocument/2006/relationships/tags" Target="../tags/tag279.xml"/><Relationship Id="rId11" Type="http://schemas.openxmlformats.org/officeDocument/2006/relationships/image" Target="../media/image22.png"/><Relationship Id="rId10" Type="http://schemas.openxmlformats.org/officeDocument/2006/relationships/tags" Target="../tags/tag278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image" Target="../media/image18.png"/><Relationship Id="rId4" Type="http://schemas.openxmlformats.org/officeDocument/2006/relationships/tags" Target="../tags/tag290.xml"/><Relationship Id="rId3" Type="http://schemas.openxmlformats.org/officeDocument/2006/relationships/image" Target="../media/image23.png"/><Relationship Id="rId2" Type="http://schemas.openxmlformats.org/officeDocument/2006/relationships/tags" Target="../tags/tag289.xml"/><Relationship Id="rId12" Type="http://schemas.openxmlformats.org/officeDocument/2006/relationships/tags" Target="../tags/tag296.xml"/><Relationship Id="rId11" Type="http://schemas.openxmlformats.org/officeDocument/2006/relationships/image" Target="../media/image20.png"/><Relationship Id="rId10" Type="http://schemas.openxmlformats.org/officeDocument/2006/relationships/tags" Target="../tags/tag295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300.xml"/><Relationship Id="rId7" Type="http://schemas.openxmlformats.org/officeDocument/2006/relationships/image" Target="../media/image22.png"/><Relationship Id="rId6" Type="http://schemas.openxmlformats.org/officeDocument/2006/relationships/tags" Target="../tags/tag299.xml"/><Relationship Id="rId5" Type="http://schemas.openxmlformats.org/officeDocument/2006/relationships/image" Target="../media/image21.png"/><Relationship Id="rId4" Type="http://schemas.openxmlformats.org/officeDocument/2006/relationships/tags" Target="../tags/tag298.xml"/><Relationship Id="rId3" Type="http://schemas.openxmlformats.org/officeDocument/2006/relationships/image" Target="../media/image20.png"/><Relationship Id="rId2" Type="http://schemas.openxmlformats.org/officeDocument/2006/relationships/tags" Target="../tags/tag297.xml"/><Relationship Id="rId13" Type="http://schemas.openxmlformats.org/officeDocument/2006/relationships/tags" Target="../tags/tag304.xml"/><Relationship Id="rId12" Type="http://schemas.openxmlformats.org/officeDocument/2006/relationships/tags" Target="../tags/tag303.xml"/><Relationship Id="rId11" Type="http://schemas.openxmlformats.org/officeDocument/2006/relationships/tags" Target="../tags/tag302.xml"/><Relationship Id="rId10" Type="http://schemas.openxmlformats.org/officeDocument/2006/relationships/tags" Target="../tags/tag301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338.xml"/><Relationship Id="rId7" Type="http://schemas.openxmlformats.org/officeDocument/2006/relationships/image" Target="../media/image20.png"/><Relationship Id="rId6" Type="http://schemas.openxmlformats.org/officeDocument/2006/relationships/tags" Target="../tags/tag337.xml"/><Relationship Id="rId5" Type="http://schemas.openxmlformats.org/officeDocument/2006/relationships/image" Target="../media/image19.png"/><Relationship Id="rId4" Type="http://schemas.openxmlformats.org/officeDocument/2006/relationships/tags" Target="../tags/tag336.xml"/><Relationship Id="rId3" Type="http://schemas.openxmlformats.org/officeDocument/2006/relationships/image" Target="../media/image18.png"/><Relationship Id="rId2" Type="http://schemas.openxmlformats.org/officeDocument/2006/relationships/tags" Target="../tags/tag335.xml"/><Relationship Id="rId17" Type="http://schemas.openxmlformats.org/officeDocument/2006/relationships/tags" Target="../tags/tag344.xml"/><Relationship Id="rId16" Type="http://schemas.openxmlformats.org/officeDocument/2006/relationships/tags" Target="../tags/tag343.xml"/><Relationship Id="rId15" Type="http://schemas.openxmlformats.org/officeDocument/2006/relationships/tags" Target="../tags/tag342.xml"/><Relationship Id="rId14" Type="http://schemas.openxmlformats.org/officeDocument/2006/relationships/tags" Target="../tags/tag341.xml"/><Relationship Id="rId13" Type="http://schemas.openxmlformats.org/officeDocument/2006/relationships/image" Target="../media/image23.png"/><Relationship Id="rId12" Type="http://schemas.openxmlformats.org/officeDocument/2006/relationships/tags" Target="../tags/tag340.xml"/><Relationship Id="rId11" Type="http://schemas.openxmlformats.org/officeDocument/2006/relationships/image" Target="../media/image22.png"/><Relationship Id="rId10" Type="http://schemas.openxmlformats.org/officeDocument/2006/relationships/tags" Target="../tags/tag339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5" Type="http://schemas.openxmlformats.org/officeDocument/2006/relationships/tags" Target="../tags/tag373.xml"/><Relationship Id="rId24" Type="http://schemas.openxmlformats.org/officeDocument/2006/relationships/tags" Target="../tags/tag372.xml"/><Relationship Id="rId23" Type="http://schemas.openxmlformats.org/officeDocument/2006/relationships/tags" Target="../tags/tag371.xml"/><Relationship Id="rId22" Type="http://schemas.openxmlformats.org/officeDocument/2006/relationships/tags" Target="../tags/tag370.xml"/><Relationship Id="rId21" Type="http://schemas.openxmlformats.org/officeDocument/2006/relationships/image" Target="../media/image33.png"/><Relationship Id="rId20" Type="http://schemas.openxmlformats.org/officeDocument/2006/relationships/tags" Target="../tags/tag369.xml"/><Relationship Id="rId2" Type="http://schemas.openxmlformats.org/officeDocument/2006/relationships/tags" Target="../tags/tag360.xml"/><Relationship Id="rId19" Type="http://schemas.openxmlformats.org/officeDocument/2006/relationships/image" Target="../media/image32.png"/><Relationship Id="rId18" Type="http://schemas.openxmlformats.org/officeDocument/2006/relationships/tags" Target="../tags/tag368.xml"/><Relationship Id="rId17" Type="http://schemas.openxmlformats.org/officeDocument/2006/relationships/image" Target="../media/image31.svg"/><Relationship Id="rId16" Type="http://schemas.openxmlformats.org/officeDocument/2006/relationships/image" Target="../media/image30.png"/><Relationship Id="rId15" Type="http://schemas.openxmlformats.org/officeDocument/2006/relationships/tags" Target="../tags/tag367.xml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tags" Target="../tags/tag366.xml"/><Relationship Id="rId11" Type="http://schemas.openxmlformats.org/officeDocument/2006/relationships/image" Target="../media/image27.svg"/><Relationship Id="rId10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tags" Target="../tags/tag385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409.xml"/><Relationship Id="rId8" Type="http://schemas.openxmlformats.org/officeDocument/2006/relationships/image" Target="../media/image35.png"/><Relationship Id="rId7" Type="http://schemas.openxmlformats.org/officeDocument/2006/relationships/tags" Target="../tags/tag408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4" Type="http://schemas.openxmlformats.org/officeDocument/2006/relationships/image" Target="../media/image34.png"/><Relationship Id="rId3" Type="http://schemas.openxmlformats.org/officeDocument/2006/relationships/tags" Target="../tags/tag405.xml"/><Relationship Id="rId29" Type="http://schemas.openxmlformats.org/officeDocument/2006/relationships/tags" Target="../tags/tag420.xml"/><Relationship Id="rId28" Type="http://schemas.openxmlformats.org/officeDocument/2006/relationships/tags" Target="../tags/tag419.xml"/><Relationship Id="rId27" Type="http://schemas.openxmlformats.org/officeDocument/2006/relationships/tags" Target="../tags/tag418.xml"/><Relationship Id="rId26" Type="http://schemas.openxmlformats.org/officeDocument/2006/relationships/image" Target="../media/image43.png"/><Relationship Id="rId25" Type="http://schemas.openxmlformats.org/officeDocument/2006/relationships/tags" Target="../tags/tag417.xml"/><Relationship Id="rId24" Type="http://schemas.openxmlformats.org/officeDocument/2006/relationships/image" Target="../media/image42.png"/><Relationship Id="rId23" Type="http://schemas.openxmlformats.org/officeDocument/2006/relationships/tags" Target="../tags/tag416.xml"/><Relationship Id="rId22" Type="http://schemas.openxmlformats.org/officeDocument/2006/relationships/image" Target="../media/image41.png"/><Relationship Id="rId21" Type="http://schemas.openxmlformats.org/officeDocument/2006/relationships/tags" Target="../tags/tag415.xml"/><Relationship Id="rId20" Type="http://schemas.openxmlformats.org/officeDocument/2006/relationships/image" Target="../media/image32.png"/><Relationship Id="rId2" Type="http://schemas.openxmlformats.org/officeDocument/2006/relationships/tags" Target="../tags/tag404.xml"/><Relationship Id="rId19" Type="http://schemas.openxmlformats.org/officeDocument/2006/relationships/tags" Target="../tags/tag414.xml"/><Relationship Id="rId18" Type="http://schemas.openxmlformats.org/officeDocument/2006/relationships/image" Target="../media/image40.png"/><Relationship Id="rId17" Type="http://schemas.openxmlformats.org/officeDocument/2006/relationships/tags" Target="../tags/tag413.xml"/><Relationship Id="rId16" Type="http://schemas.openxmlformats.org/officeDocument/2006/relationships/image" Target="../media/image39.png"/><Relationship Id="rId15" Type="http://schemas.openxmlformats.org/officeDocument/2006/relationships/tags" Target="../tags/tag412.xml"/><Relationship Id="rId14" Type="http://schemas.openxmlformats.org/officeDocument/2006/relationships/image" Target="../media/image38.png"/><Relationship Id="rId13" Type="http://schemas.openxmlformats.org/officeDocument/2006/relationships/tags" Target="../tags/tag411.xml"/><Relationship Id="rId12" Type="http://schemas.openxmlformats.org/officeDocument/2006/relationships/image" Target="../media/image37.png"/><Relationship Id="rId11" Type="http://schemas.openxmlformats.org/officeDocument/2006/relationships/tags" Target="../tags/tag410.xml"/><Relationship Id="rId10" Type="http://schemas.openxmlformats.org/officeDocument/2006/relationships/image" Target="../media/image36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425.xml"/><Relationship Id="rId8" Type="http://schemas.openxmlformats.org/officeDocument/2006/relationships/image" Target="../media/image43.png"/><Relationship Id="rId7" Type="http://schemas.openxmlformats.org/officeDocument/2006/relationships/tags" Target="../tags/tag424.xml"/><Relationship Id="rId6" Type="http://schemas.openxmlformats.org/officeDocument/2006/relationships/image" Target="../media/image40.png"/><Relationship Id="rId5" Type="http://schemas.openxmlformats.org/officeDocument/2006/relationships/tags" Target="../tags/tag423.xml"/><Relationship Id="rId4" Type="http://schemas.openxmlformats.org/officeDocument/2006/relationships/image" Target="../media/image39.png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9" Type="http://schemas.openxmlformats.org/officeDocument/2006/relationships/image" Target="../media/image36.png"/><Relationship Id="rId18" Type="http://schemas.openxmlformats.org/officeDocument/2006/relationships/tags" Target="../tags/tag432.xml"/><Relationship Id="rId17" Type="http://schemas.openxmlformats.org/officeDocument/2006/relationships/image" Target="../media/image32.png"/><Relationship Id="rId16" Type="http://schemas.openxmlformats.org/officeDocument/2006/relationships/tags" Target="../tags/tag431.xml"/><Relationship Id="rId15" Type="http://schemas.openxmlformats.org/officeDocument/2006/relationships/tags" Target="../tags/tag430.xml"/><Relationship Id="rId14" Type="http://schemas.openxmlformats.org/officeDocument/2006/relationships/image" Target="../media/image33.png"/><Relationship Id="rId13" Type="http://schemas.openxmlformats.org/officeDocument/2006/relationships/tags" Target="../tags/tag429.xml"/><Relationship Id="rId12" Type="http://schemas.openxmlformats.org/officeDocument/2006/relationships/tags" Target="../tags/tag428.xml"/><Relationship Id="rId11" Type="http://schemas.openxmlformats.org/officeDocument/2006/relationships/tags" Target="../tags/tag427.xml"/><Relationship Id="rId10" Type="http://schemas.openxmlformats.org/officeDocument/2006/relationships/tags" Target="../tags/tag426.xml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37.xml"/><Relationship Id="rId8" Type="http://schemas.openxmlformats.org/officeDocument/2006/relationships/image" Target="../media/image40.png"/><Relationship Id="rId7" Type="http://schemas.openxmlformats.org/officeDocument/2006/relationships/tags" Target="../tags/tag436.xml"/><Relationship Id="rId6" Type="http://schemas.openxmlformats.org/officeDocument/2006/relationships/image" Target="../media/image39.png"/><Relationship Id="rId5" Type="http://schemas.openxmlformats.org/officeDocument/2006/relationships/tags" Target="../tags/tag435.xml"/><Relationship Id="rId4" Type="http://schemas.openxmlformats.org/officeDocument/2006/relationships/image" Target="../media/image34.png"/><Relationship Id="rId3" Type="http://schemas.openxmlformats.org/officeDocument/2006/relationships/tags" Target="../tags/tag434.xml"/><Relationship Id="rId24" Type="http://schemas.openxmlformats.org/officeDocument/2006/relationships/tags" Target="../tags/tag445.xml"/><Relationship Id="rId23" Type="http://schemas.openxmlformats.org/officeDocument/2006/relationships/tags" Target="../tags/tag444.xml"/><Relationship Id="rId22" Type="http://schemas.openxmlformats.org/officeDocument/2006/relationships/image" Target="../media/image46.png"/><Relationship Id="rId21" Type="http://schemas.openxmlformats.org/officeDocument/2006/relationships/tags" Target="../tags/tag443.xml"/><Relationship Id="rId20" Type="http://schemas.openxmlformats.org/officeDocument/2006/relationships/image" Target="../media/image36.png"/><Relationship Id="rId2" Type="http://schemas.openxmlformats.org/officeDocument/2006/relationships/tags" Target="../tags/tag433.xml"/><Relationship Id="rId19" Type="http://schemas.openxmlformats.org/officeDocument/2006/relationships/tags" Target="../tags/tag442.xml"/><Relationship Id="rId18" Type="http://schemas.openxmlformats.org/officeDocument/2006/relationships/image" Target="../media/image45.png"/><Relationship Id="rId17" Type="http://schemas.openxmlformats.org/officeDocument/2006/relationships/tags" Target="../tags/tag441.xml"/><Relationship Id="rId16" Type="http://schemas.openxmlformats.org/officeDocument/2006/relationships/image" Target="../media/image44.png"/><Relationship Id="rId15" Type="http://schemas.openxmlformats.org/officeDocument/2006/relationships/tags" Target="../tags/tag440.xml"/><Relationship Id="rId14" Type="http://schemas.openxmlformats.org/officeDocument/2006/relationships/image" Target="../media/image43.png"/><Relationship Id="rId13" Type="http://schemas.openxmlformats.org/officeDocument/2006/relationships/tags" Target="../tags/tag439.xml"/><Relationship Id="rId12" Type="http://schemas.openxmlformats.org/officeDocument/2006/relationships/image" Target="../media/image42.png"/><Relationship Id="rId11" Type="http://schemas.openxmlformats.org/officeDocument/2006/relationships/tags" Target="../tags/tag438.xml"/><Relationship Id="rId10" Type="http://schemas.openxmlformats.org/officeDocument/2006/relationships/image" Target="../media/image32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453.xml"/><Relationship Id="rId8" Type="http://schemas.openxmlformats.org/officeDocument/2006/relationships/tags" Target="../tags/tag452.xml"/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5" Type="http://schemas.openxmlformats.org/officeDocument/2006/relationships/tags" Target="../tags/tag459.xml"/><Relationship Id="rId14" Type="http://schemas.openxmlformats.org/officeDocument/2006/relationships/tags" Target="../tags/tag458.xml"/><Relationship Id="rId13" Type="http://schemas.openxmlformats.org/officeDocument/2006/relationships/tags" Target="../tags/tag457.xml"/><Relationship Id="rId12" Type="http://schemas.openxmlformats.org/officeDocument/2006/relationships/tags" Target="../tags/tag456.xml"/><Relationship Id="rId11" Type="http://schemas.openxmlformats.org/officeDocument/2006/relationships/tags" Target="../tags/tag455.xml"/><Relationship Id="rId10" Type="http://schemas.openxmlformats.org/officeDocument/2006/relationships/tags" Target="../tags/tag454.xml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tags" Target="../tags/tag476.xml"/><Relationship Id="rId3" Type="http://schemas.openxmlformats.org/officeDocument/2006/relationships/image" Target="../media/image50.png"/><Relationship Id="rId2" Type="http://schemas.openxmlformats.org/officeDocument/2006/relationships/tags" Target="../tags/tag475.xml"/><Relationship Id="rId12" Type="http://schemas.openxmlformats.org/officeDocument/2006/relationships/tags" Target="../tags/tag484.xml"/><Relationship Id="rId11" Type="http://schemas.openxmlformats.org/officeDocument/2006/relationships/tags" Target="../tags/tag483.xml"/><Relationship Id="rId10" Type="http://schemas.openxmlformats.org/officeDocument/2006/relationships/tags" Target="../tags/tag482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" Type="http://schemas.openxmlformats.org/officeDocument/2006/relationships/tags" Target="../tags/tag491.xml"/><Relationship Id="rId3" Type="http://schemas.openxmlformats.org/officeDocument/2006/relationships/image" Target="../media/image50.png"/><Relationship Id="rId2" Type="http://schemas.openxmlformats.org/officeDocument/2006/relationships/tags" Target="../tags/tag490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512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7" Type="http://schemas.openxmlformats.org/officeDocument/2006/relationships/tags" Target="../tags/tag525.xml"/><Relationship Id="rId6" Type="http://schemas.openxmlformats.org/officeDocument/2006/relationships/tags" Target="../tags/tag524.xml"/><Relationship Id="rId5" Type="http://schemas.openxmlformats.org/officeDocument/2006/relationships/tags" Target="../tags/tag523.xml"/><Relationship Id="rId4" Type="http://schemas.openxmlformats.org/officeDocument/2006/relationships/tags" Target="../tags/tag522.xml"/><Relationship Id="rId3" Type="http://schemas.openxmlformats.org/officeDocument/2006/relationships/tags" Target="../tags/tag521.xml"/><Relationship Id="rId2" Type="http://schemas.openxmlformats.org/officeDocument/2006/relationships/tags" Target="../tags/tag520.xml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tags" Target="../tags/tag531.xml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9" Type="http://schemas.openxmlformats.org/officeDocument/2006/relationships/tags" Target="../tags/tag541.xml"/><Relationship Id="rId8" Type="http://schemas.openxmlformats.org/officeDocument/2006/relationships/tags" Target="../tags/tag540.xml"/><Relationship Id="rId7" Type="http://schemas.openxmlformats.org/officeDocument/2006/relationships/tags" Target="../tags/tag539.xml"/><Relationship Id="rId6" Type="http://schemas.openxmlformats.org/officeDocument/2006/relationships/tags" Target="../tags/tag538.xml"/><Relationship Id="rId5" Type="http://schemas.openxmlformats.org/officeDocument/2006/relationships/tags" Target="../tags/tag537.xml"/><Relationship Id="rId4" Type="http://schemas.openxmlformats.org/officeDocument/2006/relationships/tags" Target="../tags/tag536.xml"/><Relationship Id="rId3" Type="http://schemas.openxmlformats.org/officeDocument/2006/relationships/image" Target="../media/image50.png"/><Relationship Id="rId2" Type="http://schemas.openxmlformats.org/officeDocument/2006/relationships/tags" Target="../tags/tag535.xml"/><Relationship Id="rId10" Type="http://schemas.openxmlformats.org/officeDocument/2006/relationships/tags" Target="../tags/tag542.xml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548.xml"/><Relationship Id="rId8" Type="http://schemas.openxmlformats.org/officeDocument/2006/relationships/tags" Target="../tags/tag547.xml"/><Relationship Id="rId7" Type="http://schemas.openxmlformats.org/officeDocument/2006/relationships/tags" Target="../tags/tag546.xml"/><Relationship Id="rId6" Type="http://schemas.openxmlformats.org/officeDocument/2006/relationships/tags" Target="../tags/tag545.xml"/><Relationship Id="rId5" Type="http://schemas.openxmlformats.org/officeDocument/2006/relationships/tags" Target="../tags/tag544.xml"/><Relationship Id="rId4" Type="http://schemas.openxmlformats.org/officeDocument/2006/relationships/image" Target="NULL" TargetMode="External"/><Relationship Id="rId3" Type="http://schemas.openxmlformats.org/officeDocument/2006/relationships/image" Target="../media/image51.png"/><Relationship Id="rId2" Type="http://schemas.openxmlformats.org/officeDocument/2006/relationships/tags" Target="../tags/tag543.xml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556.xml"/><Relationship Id="rId8" Type="http://schemas.openxmlformats.org/officeDocument/2006/relationships/tags" Target="../tags/tag555.xml"/><Relationship Id="rId7" Type="http://schemas.openxmlformats.org/officeDocument/2006/relationships/tags" Target="../tags/tag554.xml"/><Relationship Id="rId6" Type="http://schemas.openxmlformats.org/officeDocument/2006/relationships/tags" Target="../tags/tag553.xml"/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8" Type="http://schemas.openxmlformats.org/officeDocument/2006/relationships/tags" Target="../tags/tag565.xml"/><Relationship Id="rId17" Type="http://schemas.openxmlformats.org/officeDocument/2006/relationships/tags" Target="../tags/tag564.xml"/><Relationship Id="rId16" Type="http://schemas.openxmlformats.org/officeDocument/2006/relationships/tags" Target="../tags/tag563.xml"/><Relationship Id="rId15" Type="http://schemas.openxmlformats.org/officeDocument/2006/relationships/tags" Target="../tags/tag562.xml"/><Relationship Id="rId14" Type="http://schemas.openxmlformats.org/officeDocument/2006/relationships/tags" Target="../tags/tag561.xml"/><Relationship Id="rId13" Type="http://schemas.openxmlformats.org/officeDocument/2006/relationships/tags" Target="../tags/tag560.xml"/><Relationship Id="rId12" Type="http://schemas.openxmlformats.org/officeDocument/2006/relationships/tags" Target="../tags/tag559.xml"/><Relationship Id="rId11" Type="http://schemas.openxmlformats.org/officeDocument/2006/relationships/tags" Target="../tags/tag558.xml"/><Relationship Id="rId10" Type="http://schemas.openxmlformats.org/officeDocument/2006/relationships/tags" Target="../tags/tag557.xml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" Type="http://schemas.openxmlformats.org/officeDocument/2006/relationships/tags" Target="../tags/tag568.xml"/><Relationship Id="rId3" Type="http://schemas.openxmlformats.org/officeDocument/2006/relationships/tags" Target="../tags/tag567.xml"/><Relationship Id="rId2" Type="http://schemas.openxmlformats.org/officeDocument/2006/relationships/tags" Target="../tags/tag566.xm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C:/Users/wps/AppData/Local/Temp/exportShape.jpegexportShap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0"/>
            <a:ext cx="4225290" cy="37236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6654" h="5864">
                <a:moveTo>
                  <a:pt x="0" y="0"/>
                </a:moveTo>
                <a:lnTo>
                  <a:pt x="6342" y="0"/>
                </a:lnTo>
                <a:lnTo>
                  <a:pt x="6351" y="23"/>
                </a:lnTo>
                <a:cubicBezTo>
                  <a:pt x="6546" y="517"/>
                  <a:pt x="6654" y="1058"/>
                  <a:pt x="6654" y="1625"/>
                </a:cubicBezTo>
                <a:cubicBezTo>
                  <a:pt x="6654" y="3966"/>
                  <a:pt x="4817" y="5864"/>
                  <a:pt x="2551" y="5864"/>
                </a:cubicBezTo>
                <a:cubicBezTo>
                  <a:pt x="1594" y="5864"/>
                  <a:pt x="715" y="5526"/>
                  <a:pt x="17" y="4960"/>
                </a:cubicBezTo>
                <a:lnTo>
                  <a:pt x="0" y="494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647700" y="533400"/>
            <a:ext cx="2705100" cy="2705100"/>
          </a:xfrm>
          <a:prstGeom prst="ellipse">
            <a:avLst/>
          </a:prstGeom>
          <a:solidFill>
            <a:schemeClr val="accent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charset="-122"/>
              <a:ea typeface="MiSans" panose="00000500000000000000" charset="-122"/>
              <a:cs typeface="+mn-ea"/>
              <a:sym typeface="MiSans" panose="00000500000000000000" charset="-122"/>
            </a:endParaRPr>
          </a:p>
        </p:txBody>
      </p:sp>
      <p:pic>
        <p:nvPicPr>
          <p:cNvPr id="11" name="图片 10" descr="C:/Users/wps/AppData/Local/Temp/exportShape.pngexportShape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826223" y="1"/>
            <a:ext cx="3390420" cy="2188692"/>
          </a:xfrm>
          <a:prstGeom prst="rect">
            <a:avLst/>
          </a:prstGeom>
        </p:spPr>
      </p:pic>
      <p:pic>
        <p:nvPicPr>
          <p:cNvPr id="12" name="图片 11" descr="C:/Users/wps/AppData/Local/Temp/exportShape.pn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0" y="5137531"/>
            <a:ext cx="3094418" cy="1720468"/>
          </a:xfrm>
          <a:prstGeom prst="rect">
            <a:avLst/>
          </a:prstGeom>
        </p:spPr>
      </p:pic>
      <p:pic>
        <p:nvPicPr>
          <p:cNvPr id="13" name="图片 12" descr="C:/Users/wps/AppData/Local/Temp/exportShape.pngexportShape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 flipH="1">
            <a:off x="11701452" y="4470400"/>
            <a:ext cx="490548" cy="2387599"/>
          </a:xfrm>
          <a:prstGeom prst="rect">
            <a:avLst/>
          </a:prstGeom>
        </p:spPr>
      </p:pic>
      <p:pic>
        <p:nvPicPr>
          <p:cNvPr id="14" name="图片 13" descr="C:/Users/wps/AppData/Local/Temp/exportShape.pngexportShape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 flipH="1">
            <a:off x="6096000" y="6211367"/>
            <a:ext cx="5003800" cy="646634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1013460" y="1397000"/>
            <a:ext cx="1978025" cy="890905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5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ea typeface="+mj-ea"/>
                <a:cs typeface="+mn-ea"/>
                <a:sym typeface="MiSans" panose="00000500000000000000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" descr="C:/Users/wps/AppData/Local/Temp/exportShape.jpe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7258050" y="0"/>
            <a:ext cx="4933950" cy="45510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7770" h="7167">
                <a:moveTo>
                  <a:pt x="418" y="0"/>
                </a:moveTo>
                <a:lnTo>
                  <a:pt x="7770" y="0"/>
                </a:lnTo>
                <a:lnTo>
                  <a:pt x="7770" y="6272"/>
                </a:lnTo>
                <a:lnTo>
                  <a:pt x="7738" y="6294"/>
                </a:lnTo>
                <a:cubicBezTo>
                  <a:pt x="6946" y="6845"/>
                  <a:pt x="5991" y="7167"/>
                  <a:pt x="4963" y="7167"/>
                </a:cubicBezTo>
                <a:cubicBezTo>
                  <a:pt x="2222" y="7167"/>
                  <a:pt x="0" y="4879"/>
                  <a:pt x="0" y="2057"/>
                </a:cubicBezTo>
                <a:cubicBezTo>
                  <a:pt x="0" y="1329"/>
                  <a:pt x="148" y="637"/>
                  <a:pt x="414" y="10"/>
                </a:cubicBezTo>
                <a:lnTo>
                  <a:pt x="418" y="0"/>
                </a:lnTo>
                <a:close/>
              </a:path>
            </a:pathLst>
          </a:custGeom>
        </p:spPr>
      </p:pic>
      <p:pic>
        <p:nvPicPr>
          <p:cNvPr id="9" name="图片 2" descr="C:/Users/wps/AppData/Local/Temp/exportShape.pngexportShape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-4445" y="0"/>
            <a:ext cx="3952240" cy="2551430"/>
          </a:xfrm>
          <a:prstGeom prst="rect">
            <a:avLst/>
          </a:prstGeom>
        </p:spPr>
      </p:pic>
      <p:pic>
        <p:nvPicPr>
          <p:cNvPr id="10" name="图片 7" descr="C:/Users/wps/AppData/Local/Temp/exportShape.pngexportShape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4445" y="4470400"/>
            <a:ext cx="490855" cy="2387600"/>
          </a:xfrm>
          <a:prstGeom prst="rect">
            <a:avLst/>
          </a:prstGeom>
        </p:spPr>
      </p:pic>
      <p:pic>
        <p:nvPicPr>
          <p:cNvPr id="27" name="图片 26" descr="C:/Users/wps/AppData/Local/Temp/exportShape.pngexportShape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8140700" y="4608195"/>
            <a:ext cx="4046855" cy="2249805"/>
          </a:xfrm>
          <a:prstGeom prst="rect">
            <a:avLst/>
          </a:prstGeom>
        </p:spPr>
      </p:pic>
      <p:pic>
        <p:nvPicPr>
          <p:cNvPr id="31" name="图片 30" descr="C:/Users/wps/AppData/Local/Temp/exportShape.pn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2667000" y="5771515"/>
            <a:ext cx="5003800" cy="1086485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287312130" hasCustomPrompt="1"/>
            <p:custDataLst>
              <p:tags r:id="rId12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7" name="日期"/>
          <p:cNvSpPr>
            <a:spLocks noGrp="1"/>
          </p:cNvSpPr>
          <p:nvPr>
            <p:ph type="body" idx="17827585" hasCustomPrompt="1"/>
            <p:custDataLst>
              <p:tags r:id="rId13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4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1" name="署名占位符 10"/>
          <p:cNvSpPr>
            <a:spLocks noGrp="1"/>
          </p:cNvSpPr>
          <p:nvPr>
            <p:ph type="body" sz="quarter" idx="18875650" hasCustomPrompt="1"/>
            <p:custDataLst>
              <p:tags r:id="rId15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C:/Users/wps/AppData/Local/Temp/exportShape.pn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8282305" y="0"/>
            <a:ext cx="3934460" cy="2540000"/>
          </a:xfrm>
          <a:prstGeom prst="rect">
            <a:avLst/>
          </a:prstGeom>
        </p:spPr>
      </p:pic>
      <p:pic>
        <p:nvPicPr>
          <p:cNvPr id="16" name="图片 15" descr="C:/Users/wps/AppData/Local/Temp/exportShape.pngexportShape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9097645" y="5151755"/>
            <a:ext cx="3094355" cy="1720215"/>
          </a:xfrm>
          <a:prstGeom prst="rect">
            <a:avLst/>
          </a:prstGeom>
        </p:spPr>
      </p:pic>
      <p:pic>
        <p:nvPicPr>
          <p:cNvPr id="17" name="图片 16" descr="C:/Users/wps/AppData/Local/Temp/exportShape.pngexportShape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4445" y="4485005"/>
            <a:ext cx="490855" cy="2387600"/>
          </a:xfrm>
          <a:prstGeom prst="rect">
            <a:avLst/>
          </a:prstGeom>
        </p:spPr>
      </p:pic>
      <p:pic>
        <p:nvPicPr>
          <p:cNvPr id="18" name="图片 17" descr="C:/Users/wps/AppData/Local/Temp/exportShape.pngexportShape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1689100" y="6168390"/>
            <a:ext cx="5003800" cy="689610"/>
          </a:xfrm>
          <a:prstGeom prst="rect">
            <a:avLst/>
          </a:prstGeom>
        </p:spPr>
      </p:pic>
      <p:pic>
        <p:nvPicPr>
          <p:cNvPr id="19" name="图片 18" descr="C:/Users/wps/AppData/Local/Temp/exportShape.pn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 flipV="1">
            <a:off x="0" y="0"/>
            <a:ext cx="4354195" cy="2421255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idx="287312130" hasCustomPrompt="1"/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13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7826561" hasCustomPrompt="1"/>
            <p:custDataLst>
              <p:tags r:id="rId14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 descr="C:/Users/wps/AppData/Local/Temp/exportShape.pn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4445" y="0"/>
            <a:ext cx="3952240" cy="2551430"/>
          </a:xfrm>
          <a:prstGeom prst="rect">
            <a:avLst/>
          </a:prstGeom>
        </p:spPr>
      </p:pic>
      <p:pic>
        <p:nvPicPr>
          <p:cNvPr id="8" name="图片 7" descr="C:/Users/wps/AppData/Local/Temp/exportShape.pngexportShape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445" y="4470400"/>
            <a:ext cx="490855" cy="2387600"/>
          </a:xfrm>
          <a:prstGeom prst="rect">
            <a:avLst/>
          </a:prstGeom>
        </p:spPr>
      </p:pic>
      <p:pic>
        <p:nvPicPr>
          <p:cNvPr id="27" name="图片 26" descr="C:/Users/wps/AppData/Local/Temp/exportShape.pngexportShape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40700" y="4608195"/>
            <a:ext cx="4046855" cy="2249805"/>
          </a:xfrm>
          <a:prstGeom prst="rect">
            <a:avLst/>
          </a:prstGeom>
        </p:spPr>
      </p:pic>
      <p:pic>
        <p:nvPicPr>
          <p:cNvPr id="31" name="图片 30" descr="C:/Users/wps/AppData/Local/Temp/exportShape.pngexportShape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2667000" y="5771515"/>
            <a:ext cx="5003800" cy="1086485"/>
          </a:xfrm>
          <a:prstGeom prst="rect">
            <a:avLst/>
          </a:prstGeom>
        </p:spPr>
      </p:pic>
      <p:pic>
        <p:nvPicPr>
          <p:cNvPr id="9" name="图片 4" descr="C:/Users/wps/AppData/Local/Temp/exportShape.jpe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258050" y="0"/>
            <a:ext cx="4933950" cy="45510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7770" h="7167">
                <a:moveTo>
                  <a:pt x="418" y="0"/>
                </a:moveTo>
                <a:lnTo>
                  <a:pt x="7770" y="0"/>
                </a:lnTo>
                <a:lnTo>
                  <a:pt x="7770" y="6272"/>
                </a:lnTo>
                <a:lnTo>
                  <a:pt x="7738" y="6294"/>
                </a:lnTo>
                <a:cubicBezTo>
                  <a:pt x="6946" y="6845"/>
                  <a:pt x="5991" y="7167"/>
                  <a:pt x="4963" y="7167"/>
                </a:cubicBezTo>
                <a:cubicBezTo>
                  <a:pt x="2222" y="7167"/>
                  <a:pt x="0" y="4879"/>
                  <a:pt x="0" y="2057"/>
                </a:cubicBezTo>
                <a:cubicBezTo>
                  <a:pt x="0" y="1329"/>
                  <a:pt x="148" y="637"/>
                  <a:pt x="414" y="10"/>
                </a:cubicBezTo>
                <a:lnTo>
                  <a:pt x="418" y="0"/>
                </a:lnTo>
                <a:close/>
              </a:path>
            </a:pathLst>
          </a:custGeom>
        </p:spPr>
      </p:pic>
      <p:sp>
        <p:nvSpPr>
          <p:cNvPr id="11" name="Text Placeholder 10"/>
          <p:cNvSpPr>
            <a:spLocks noGrp="1"/>
          </p:cNvSpPr>
          <p:nvPr>
            <p:ph type="body" idx="287312130" hasCustomPrompt="1"/>
            <p:custDataLst>
              <p:tags r:id="rId12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Subtitle 11"/>
          <p:cNvSpPr>
            <a:spLocks noGrp="1"/>
          </p:cNvSpPr>
          <p:nvPr>
            <p:ph type="subTitle" idx="17826305" hasCustomPrompt="1"/>
            <p:custDataLst>
              <p:tags r:id="rId13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7826049" hasCustomPrompt="1"/>
            <p:custDataLst>
              <p:tags r:id="rId14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1" descr="C:/Users/wps/AppData/Local/Temp/exportShape.jpe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30000"/>
          </a:blip>
          <a:srcRect/>
          <a:stretch>
            <a:fillRect/>
          </a:stretch>
        </p:blipFill>
        <p:spPr>
          <a:xfrm flipH="1">
            <a:off x="4" y="0"/>
            <a:ext cx="12191996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86" name="任意多边形: 形状 685"/>
          <p:cNvSpPr/>
          <p:nvPr>
            <p:custDataLst>
              <p:tags r:id="rId4"/>
            </p:custDataLst>
          </p:nvPr>
        </p:nvSpPr>
        <p:spPr>
          <a:xfrm>
            <a:off x="0" y="0"/>
            <a:ext cx="4061081" cy="250970"/>
          </a:xfrm>
          <a:custGeom>
            <a:avLst/>
            <a:gdLst>
              <a:gd name="connsiteX0" fmla="*/ 0 w 4061081"/>
              <a:gd name="connsiteY0" fmla="*/ 0 h 250970"/>
              <a:gd name="connsiteX1" fmla="*/ 4061081 w 4061081"/>
              <a:gd name="connsiteY1" fmla="*/ 0 h 250970"/>
              <a:gd name="connsiteX2" fmla="*/ 3903793 w 4061081"/>
              <a:gd name="connsiteY2" fmla="*/ 250970 h 250970"/>
              <a:gd name="connsiteX3" fmla="*/ 0 w 4061081"/>
              <a:gd name="connsiteY3" fmla="*/ 250970 h 25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1081" h="250970">
                <a:moveTo>
                  <a:pt x="0" y="0"/>
                </a:moveTo>
                <a:lnTo>
                  <a:pt x="4061081" y="0"/>
                </a:lnTo>
                <a:lnTo>
                  <a:pt x="3903793" y="250970"/>
                </a:lnTo>
                <a:lnTo>
                  <a:pt x="0" y="25097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88" name="任意多边形: 形状 687"/>
          <p:cNvSpPr/>
          <p:nvPr>
            <p:custDataLst>
              <p:tags r:id="rId5"/>
            </p:custDataLst>
          </p:nvPr>
        </p:nvSpPr>
        <p:spPr>
          <a:xfrm>
            <a:off x="5417310" y="6605914"/>
            <a:ext cx="6774690" cy="252087"/>
          </a:xfrm>
          <a:custGeom>
            <a:avLst/>
            <a:gdLst>
              <a:gd name="connsiteX0" fmla="*/ 157988 w 6774690"/>
              <a:gd name="connsiteY0" fmla="*/ 0 h 252087"/>
              <a:gd name="connsiteX1" fmla="*/ 6774690 w 6774690"/>
              <a:gd name="connsiteY1" fmla="*/ 0 h 252087"/>
              <a:gd name="connsiteX2" fmla="*/ 6774690 w 6774690"/>
              <a:gd name="connsiteY2" fmla="*/ 252087 h 252087"/>
              <a:gd name="connsiteX3" fmla="*/ 0 w 6774690"/>
              <a:gd name="connsiteY3" fmla="*/ 252087 h 25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74690" h="252087">
                <a:moveTo>
                  <a:pt x="157988" y="0"/>
                </a:moveTo>
                <a:lnTo>
                  <a:pt x="6774690" y="0"/>
                </a:lnTo>
                <a:lnTo>
                  <a:pt x="6774690" y="252087"/>
                </a:lnTo>
                <a:lnTo>
                  <a:pt x="0" y="252087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4512" y="970965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R" panose="00020600040101010101" pitchFamily="18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2612001" y="1254810"/>
            <a:ext cx="79248" cy="5133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OPPOSans R" panose="00020600040101010101" pitchFamily="18" charset="-122"/>
            </a:endParaRPr>
          </a:p>
        </p:txBody>
      </p:sp>
      <p:sp>
        <p:nvSpPr>
          <p:cNvPr id="2" name="任意多边形: 形状 5"/>
          <p:cNvSpPr/>
          <p:nvPr>
            <p:custDataLst>
              <p:tags r:id="rId11"/>
            </p:custDataLst>
          </p:nvPr>
        </p:nvSpPr>
        <p:spPr>
          <a:xfrm>
            <a:off x="2816860" y="1274337"/>
            <a:ext cx="3350895" cy="474345"/>
          </a:xfrm>
          <a:custGeom>
            <a:avLst/>
            <a:gdLst/>
            <a:ahLst/>
            <a:cxnLst/>
            <a:rect l="l" t="t" r="r" b="b"/>
            <a:pathLst>
              <a:path w="4207743" h="596057">
                <a:moveTo>
                  <a:pt x="789087" y="106412"/>
                </a:moveTo>
                <a:cubicBezTo>
                  <a:pt x="740966" y="106412"/>
                  <a:pt x="703076" y="124271"/>
                  <a:pt x="675419" y="159990"/>
                </a:cubicBezTo>
                <a:cubicBezTo>
                  <a:pt x="647762" y="195709"/>
                  <a:pt x="633933" y="241970"/>
                  <a:pt x="633933" y="298772"/>
                </a:cubicBezTo>
                <a:cubicBezTo>
                  <a:pt x="633933" y="354831"/>
                  <a:pt x="647452" y="400658"/>
                  <a:pt x="674489" y="436252"/>
                </a:cubicBezTo>
                <a:cubicBezTo>
                  <a:pt x="701526" y="471847"/>
                  <a:pt x="738609" y="489644"/>
                  <a:pt x="785738" y="489644"/>
                </a:cubicBezTo>
                <a:cubicBezTo>
                  <a:pt x="833859" y="489644"/>
                  <a:pt x="871314" y="472591"/>
                  <a:pt x="898103" y="438485"/>
                </a:cubicBezTo>
                <a:cubicBezTo>
                  <a:pt x="924892" y="404378"/>
                  <a:pt x="938287" y="358552"/>
                  <a:pt x="938287" y="301005"/>
                </a:cubicBezTo>
                <a:cubicBezTo>
                  <a:pt x="938287" y="240977"/>
                  <a:pt x="925264" y="193538"/>
                  <a:pt x="899220" y="158688"/>
                </a:cubicBezTo>
                <a:cubicBezTo>
                  <a:pt x="873175" y="123837"/>
                  <a:pt x="836464" y="106412"/>
                  <a:pt x="789087" y="106412"/>
                </a:cubicBezTo>
                <a:close/>
                <a:moveTo>
                  <a:pt x="3315891" y="9674"/>
                </a:moveTo>
                <a:lnTo>
                  <a:pt x="3767584" y="9674"/>
                </a:lnTo>
                <a:lnTo>
                  <a:pt x="3767584" y="110133"/>
                </a:lnTo>
                <a:lnTo>
                  <a:pt x="3603129" y="110133"/>
                </a:lnTo>
                <a:lnTo>
                  <a:pt x="3603129" y="586011"/>
                </a:lnTo>
                <a:lnTo>
                  <a:pt x="3479974" y="586011"/>
                </a:lnTo>
                <a:lnTo>
                  <a:pt x="3479974" y="110133"/>
                </a:lnTo>
                <a:lnTo>
                  <a:pt x="3315891" y="110133"/>
                </a:lnTo>
                <a:close/>
                <a:moveTo>
                  <a:pt x="2722141" y="9674"/>
                </a:moveTo>
                <a:lnTo>
                  <a:pt x="2856086" y="9674"/>
                </a:lnTo>
                <a:lnTo>
                  <a:pt x="3091234" y="372070"/>
                </a:lnTo>
                <a:cubicBezTo>
                  <a:pt x="3106861" y="396131"/>
                  <a:pt x="3116411" y="411386"/>
                  <a:pt x="3119884" y="417835"/>
                </a:cubicBezTo>
                <a:lnTo>
                  <a:pt x="3121744" y="417835"/>
                </a:lnTo>
                <a:cubicBezTo>
                  <a:pt x="3119264" y="403944"/>
                  <a:pt x="3118024" y="377403"/>
                  <a:pt x="3118024" y="338212"/>
                </a:cubicBezTo>
                <a:lnTo>
                  <a:pt x="3118024" y="9674"/>
                </a:lnTo>
                <a:lnTo>
                  <a:pt x="3234482" y="9674"/>
                </a:lnTo>
                <a:lnTo>
                  <a:pt x="3234482" y="586011"/>
                </a:lnTo>
                <a:lnTo>
                  <a:pt x="3108722" y="586011"/>
                </a:lnTo>
                <a:lnTo>
                  <a:pt x="2864644" y="213196"/>
                </a:lnTo>
                <a:cubicBezTo>
                  <a:pt x="2851993" y="193848"/>
                  <a:pt x="2842815" y="178221"/>
                  <a:pt x="2837110" y="166315"/>
                </a:cubicBezTo>
                <a:lnTo>
                  <a:pt x="2835250" y="166315"/>
                </a:lnTo>
                <a:cubicBezTo>
                  <a:pt x="2837483" y="186159"/>
                  <a:pt x="2838599" y="216793"/>
                  <a:pt x="2838599" y="258217"/>
                </a:cubicBezTo>
                <a:lnTo>
                  <a:pt x="2838599" y="586011"/>
                </a:lnTo>
                <a:lnTo>
                  <a:pt x="2722141" y="586011"/>
                </a:lnTo>
                <a:close/>
                <a:moveTo>
                  <a:pt x="2283991" y="9674"/>
                </a:moveTo>
                <a:lnTo>
                  <a:pt x="2611785" y="9674"/>
                </a:lnTo>
                <a:lnTo>
                  <a:pt x="2611785" y="110133"/>
                </a:lnTo>
                <a:lnTo>
                  <a:pt x="2406774" y="110133"/>
                </a:lnTo>
                <a:lnTo>
                  <a:pt x="2406774" y="245938"/>
                </a:lnTo>
                <a:lnTo>
                  <a:pt x="2597274" y="245938"/>
                </a:lnTo>
                <a:lnTo>
                  <a:pt x="2597274" y="346025"/>
                </a:lnTo>
                <a:lnTo>
                  <a:pt x="2406774" y="346025"/>
                </a:lnTo>
                <a:lnTo>
                  <a:pt x="2406774" y="485552"/>
                </a:lnTo>
                <a:lnTo>
                  <a:pt x="2625179" y="485552"/>
                </a:lnTo>
                <a:lnTo>
                  <a:pt x="2625179" y="586011"/>
                </a:lnTo>
                <a:lnTo>
                  <a:pt x="2283991" y="586011"/>
                </a:lnTo>
                <a:close/>
                <a:moveTo>
                  <a:pt x="1753791" y="9674"/>
                </a:moveTo>
                <a:lnTo>
                  <a:pt x="2205484" y="9674"/>
                </a:lnTo>
                <a:lnTo>
                  <a:pt x="2205484" y="110133"/>
                </a:lnTo>
                <a:lnTo>
                  <a:pt x="2041029" y="110133"/>
                </a:lnTo>
                <a:lnTo>
                  <a:pt x="2041029" y="586011"/>
                </a:lnTo>
                <a:lnTo>
                  <a:pt x="1917874" y="586011"/>
                </a:lnTo>
                <a:lnTo>
                  <a:pt x="1917874" y="110133"/>
                </a:lnTo>
                <a:lnTo>
                  <a:pt x="1753791" y="110133"/>
                </a:lnTo>
                <a:close/>
                <a:moveTo>
                  <a:pt x="1160041" y="9674"/>
                </a:moveTo>
                <a:lnTo>
                  <a:pt x="1293986" y="9674"/>
                </a:lnTo>
                <a:lnTo>
                  <a:pt x="1529135" y="372070"/>
                </a:lnTo>
                <a:cubicBezTo>
                  <a:pt x="1544761" y="396131"/>
                  <a:pt x="1554311" y="411386"/>
                  <a:pt x="1557784" y="417835"/>
                </a:cubicBezTo>
                <a:lnTo>
                  <a:pt x="1559644" y="417835"/>
                </a:lnTo>
                <a:cubicBezTo>
                  <a:pt x="1557164" y="403944"/>
                  <a:pt x="1555924" y="377403"/>
                  <a:pt x="1555924" y="338212"/>
                </a:cubicBezTo>
                <a:lnTo>
                  <a:pt x="1555924" y="9674"/>
                </a:lnTo>
                <a:lnTo>
                  <a:pt x="1672382" y="9674"/>
                </a:lnTo>
                <a:lnTo>
                  <a:pt x="1672382" y="586011"/>
                </a:lnTo>
                <a:lnTo>
                  <a:pt x="1546622" y="586011"/>
                </a:lnTo>
                <a:lnTo>
                  <a:pt x="1302544" y="213196"/>
                </a:lnTo>
                <a:cubicBezTo>
                  <a:pt x="1289893" y="193848"/>
                  <a:pt x="1280716" y="178221"/>
                  <a:pt x="1275011" y="166315"/>
                </a:cubicBezTo>
                <a:lnTo>
                  <a:pt x="1273150" y="166315"/>
                </a:lnTo>
                <a:cubicBezTo>
                  <a:pt x="1275383" y="186159"/>
                  <a:pt x="1276499" y="216793"/>
                  <a:pt x="1276499" y="258217"/>
                </a:cubicBezTo>
                <a:lnTo>
                  <a:pt x="1276499" y="586011"/>
                </a:lnTo>
                <a:lnTo>
                  <a:pt x="1160041" y="586011"/>
                </a:lnTo>
                <a:close/>
                <a:moveTo>
                  <a:pt x="4040683" y="0"/>
                </a:moveTo>
                <a:cubicBezTo>
                  <a:pt x="4096990" y="0"/>
                  <a:pt x="4144243" y="7317"/>
                  <a:pt x="4182442" y="21952"/>
                </a:cubicBezTo>
                <a:lnTo>
                  <a:pt x="4182442" y="137294"/>
                </a:lnTo>
                <a:cubicBezTo>
                  <a:pt x="4143747" y="111001"/>
                  <a:pt x="4098478" y="97854"/>
                  <a:pt x="4046637" y="97854"/>
                </a:cubicBezTo>
                <a:cubicBezTo>
                  <a:pt x="4016375" y="97854"/>
                  <a:pt x="3992191" y="103373"/>
                  <a:pt x="3974083" y="114411"/>
                </a:cubicBezTo>
                <a:cubicBezTo>
                  <a:pt x="3955975" y="125449"/>
                  <a:pt x="3946922" y="140270"/>
                  <a:pt x="3946922" y="158874"/>
                </a:cubicBezTo>
                <a:cubicBezTo>
                  <a:pt x="3946922" y="173757"/>
                  <a:pt x="3953123" y="187461"/>
                  <a:pt x="3965525" y="199988"/>
                </a:cubicBezTo>
                <a:cubicBezTo>
                  <a:pt x="3977927" y="212514"/>
                  <a:pt x="4008562" y="229443"/>
                  <a:pt x="4057427" y="250775"/>
                </a:cubicBezTo>
                <a:cubicBezTo>
                  <a:pt x="4114726" y="275332"/>
                  <a:pt x="4154103" y="301253"/>
                  <a:pt x="4175559" y="328538"/>
                </a:cubicBezTo>
                <a:cubicBezTo>
                  <a:pt x="4197015" y="355823"/>
                  <a:pt x="4207743" y="388317"/>
                  <a:pt x="4207743" y="426020"/>
                </a:cubicBezTo>
                <a:cubicBezTo>
                  <a:pt x="4207743" y="481335"/>
                  <a:pt x="4188147" y="523503"/>
                  <a:pt x="4148956" y="552524"/>
                </a:cubicBezTo>
                <a:cubicBezTo>
                  <a:pt x="4109765" y="581546"/>
                  <a:pt x="4054078" y="596057"/>
                  <a:pt x="3981896" y="596057"/>
                </a:cubicBezTo>
                <a:cubicBezTo>
                  <a:pt x="3915916" y="596057"/>
                  <a:pt x="3861841" y="585391"/>
                  <a:pt x="3819674" y="564058"/>
                </a:cubicBezTo>
                <a:lnTo>
                  <a:pt x="3819674" y="440903"/>
                </a:lnTo>
                <a:cubicBezTo>
                  <a:pt x="3866059" y="479350"/>
                  <a:pt x="3918768" y="498574"/>
                  <a:pt x="3977804" y="498574"/>
                </a:cubicBezTo>
                <a:cubicBezTo>
                  <a:pt x="4011290" y="498574"/>
                  <a:pt x="4036467" y="492807"/>
                  <a:pt x="4053334" y="481273"/>
                </a:cubicBezTo>
                <a:cubicBezTo>
                  <a:pt x="4070201" y="469739"/>
                  <a:pt x="4078635" y="454918"/>
                  <a:pt x="4078635" y="436810"/>
                </a:cubicBezTo>
                <a:cubicBezTo>
                  <a:pt x="4078635" y="421183"/>
                  <a:pt x="4071937" y="406425"/>
                  <a:pt x="4058543" y="392534"/>
                </a:cubicBezTo>
                <a:cubicBezTo>
                  <a:pt x="4045148" y="378643"/>
                  <a:pt x="4009802" y="359792"/>
                  <a:pt x="3952503" y="335979"/>
                </a:cubicBezTo>
                <a:cubicBezTo>
                  <a:pt x="3862462" y="297780"/>
                  <a:pt x="3817441" y="242218"/>
                  <a:pt x="3817441" y="169292"/>
                </a:cubicBezTo>
                <a:cubicBezTo>
                  <a:pt x="3817441" y="115714"/>
                  <a:pt x="3837843" y="74104"/>
                  <a:pt x="3878647" y="44462"/>
                </a:cubicBezTo>
                <a:cubicBezTo>
                  <a:pt x="3919451" y="14821"/>
                  <a:pt x="3973463" y="0"/>
                  <a:pt x="4040683" y="0"/>
                </a:cubicBezTo>
                <a:close/>
                <a:moveTo>
                  <a:pt x="792807" y="0"/>
                </a:moveTo>
                <a:cubicBezTo>
                  <a:pt x="875159" y="0"/>
                  <a:pt x="941449" y="27409"/>
                  <a:pt x="991679" y="82227"/>
                </a:cubicBezTo>
                <a:cubicBezTo>
                  <a:pt x="1041909" y="137046"/>
                  <a:pt x="1067023" y="207491"/>
                  <a:pt x="1067023" y="293563"/>
                </a:cubicBezTo>
                <a:cubicBezTo>
                  <a:pt x="1067023" y="383356"/>
                  <a:pt x="1040916" y="456220"/>
                  <a:pt x="988702" y="512155"/>
                </a:cubicBezTo>
                <a:cubicBezTo>
                  <a:pt x="936489" y="568089"/>
                  <a:pt x="868090" y="596057"/>
                  <a:pt x="783506" y="596057"/>
                </a:cubicBezTo>
                <a:cubicBezTo>
                  <a:pt x="700906" y="596057"/>
                  <a:pt x="633809" y="568957"/>
                  <a:pt x="582216" y="514759"/>
                </a:cubicBezTo>
                <a:cubicBezTo>
                  <a:pt x="530622" y="460561"/>
                  <a:pt x="504825" y="390798"/>
                  <a:pt x="504825" y="305470"/>
                </a:cubicBezTo>
                <a:cubicBezTo>
                  <a:pt x="504825" y="215180"/>
                  <a:pt x="531180" y="141697"/>
                  <a:pt x="583890" y="85018"/>
                </a:cubicBezTo>
                <a:cubicBezTo>
                  <a:pt x="636600" y="28339"/>
                  <a:pt x="706239" y="0"/>
                  <a:pt x="792807" y="0"/>
                </a:cubicBezTo>
                <a:close/>
                <a:moveTo>
                  <a:pt x="305842" y="0"/>
                </a:moveTo>
                <a:cubicBezTo>
                  <a:pt x="362148" y="0"/>
                  <a:pt x="409277" y="7317"/>
                  <a:pt x="447229" y="21952"/>
                </a:cubicBezTo>
                <a:lnTo>
                  <a:pt x="447229" y="140642"/>
                </a:lnTo>
                <a:cubicBezTo>
                  <a:pt x="408285" y="117822"/>
                  <a:pt x="364133" y="106412"/>
                  <a:pt x="314771" y="106412"/>
                </a:cubicBezTo>
                <a:cubicBezTo>
                  <a:pt x="258465" y="106412"/>
                  <a:pt x="213444" y="124395"/>
                  <a:pt x="179710" y="160362"/>
                </a:cubicBezTo>
                <a:cubicBezTo>
                  <a:pt x="145976" y="196329"/>
                  <a:pt x="129108" y="243334"/>
                  <a:pt x="129108" y="301377"/>
                </a:cubicBezTo>
                <a:cubicBezTo>
                  <a:pt x="129108" y="357932"/>
                  <a:pt x="145107" y="403448"/>
                  <a:pt x="177105" y="437927"/>
                </a:cubicBezTo>
                <a:cubicBezTo>
                  <a:pt x="209104" y="472405"/>
                  <a:pt x="252388" y="489644"/>
                  <a:pt x="306958" y="489644"/>
                </a:cubicBezTo>
                <a:cubicBezTo>
                  <a:pt x="358304" y="489644"/>
                  <a:pt x="405060" y="477242"/>
                  <a:pt x="447229" y="452437"/>
                </a:cubicBezTo>
                <a:lnTo>
                  <a:pt x="447229" y="565175"/>
                </a:lnTo>
                <a:cubicBezTo>
                  <a:pt x="405309" y="585763"/>
                  <a:pt x="350614" y="596057"/>
                  <a:pt x="283145" y="596057"/>
                </a:cubicBezTo>
                <a:cubicBezTo>
                  <a:pt x="196329" y="596057"/>
                  <a:pt x="127434" y="570074"/>
                  <a:pt x="76460" y="518108"/>
                </a:cubicBezTo>
                <a:cubicBezTo>
                  <a:pt x="25487" y="466142"/>
                  <a:pt x="0" y="396875"/>
                  <a:pt x="0" y="310307"/>
                </a:cubicBezTo>
                <a:cubicBezTo>
                  <a:pt x="0" y="219273"/>
                  <a:pt x="28463" y="144797"/>
                  <a:pt x="85390" y="86878"/>
                </a:cubicBezTo>
                <a:cubicBezTo>
                  <a:pt x="142317" y="28959"/>
                  <a:pt x="215801" y="0"/>
                  <a:pt x="30584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4" descr="C:/Users/wps/AppData/Local/Temp/exportShape.jpe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30000"/>
          </a:blip>
          <a:srcRect/>
          <a:stretch>
            <a:fillRect/>
          </a:stretch>
        </p:blipFill>
        <p:spPr>
          <a:xfrm>
            <a:off x="4" y="0"/>
            <a:ext cx="12191996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0" name="任意多边形: 形状 119"/>
          <p:cNvSpPr/>
          <p:nvPr>
            <p:custDataLst>
              <p:tags r:id="rId4"/>
            </p:custDataLst>
          </p:nvPr>
        </p:nvSpPr>
        <p:spPr>
          <a:xfrm>
            <a:off x="7087694" y="0"/>
            <a:ext cx="5104306" cy="1634410"/>
          </a:xfrm>
          <a:custGeom>
            <a:avLst/>
            <a:gdLst>
              <a:gd name="connsiteX0" fmla="*/ 1024317 w 5104306"/>
              <a:gd name="connsiteY0" fmla="*/ 0 h 1634410"/>
              <a:gd name="connsiteX1" fmla="*/ 5104306 w 5104306"/>
              <a:gd name="connsiteY1" fmla="*/ 0 h 1634410"/>
              <a:gd name="connsiteX2" fmla="*/ 5104306 w 5104306"/>
              <a:gd name="connsiteY2" fmla="*/ 1634410 h 1634410"/>
              <a:gd name="connsiteX3" fmla="*/ 0 w 5104306"/>
              <a:gd name="connsiteY3" fmla="*/ 1634410 h 163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4306" h="1634410">
                <a:moveTo>
                  <a:pt x="1024317" y="0"/>
                </a:moveTo>
                <a:lnTo>
                  <a:pt x="5104306" y="0"/>
                </a:lnTo>
                <a:lnTo>
                  <a:pt x="5104306" y="1634410"/>
                </a:lnTo>
                <a:lnTo>
                  <a:pt x="0" y="163441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schemeClr val="accent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5"/>
            </p:custDataLst>
          </p:nvPr>
        </p:nvSpPr>
        <p:spPr>
          <a:xfrm>
            <a:off x="0" y="5775325"/>
            <a:ext cx="4941570" cy="657225"/>
          </a:xfrm>
          <a:custGeom>
            <a:avLst/>
            <a:gdLst>
              <a:gd name="connsiteX0" fmla="*/ 0 w 4315780"/>
              <a:gd name="connsiteY0" fmla="*/ 0 h 657370"/>
              <a:gd name="connsiteX1" fmla="*/ 4315780 w 4315780"/>
              <a:gd name="connsiteY1" fmla="*/ 0 h 657370"/>
              <a:gd name="connsiteX2" fmla="*/ 3903793 w 4315780"/>
              <a:gd name="connsiteY2" fmla="*/ 657370 h 657370"/>
              <a:gd name="connsiteX3" fmla="*/ 0 w 4315780"/>
              <a:gd name="connsiteY3" fmla="*/ 657370 h 65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5780" h="657370">
                <a:moveTo>
                  <a:pt x="0" y="0"/>
                </a:moveTo>
                <a:lnTo>
                  <a:pt x="4315780" y="0"/>
                </a:lnTo>
                <a:lnTo>
                  <a:pt x="3903793" y="657370"/>
                </a:lnTo>
                <a:lnTo>
                  <a:pt x="0" y="65737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accent1"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schemeClr val="accent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6" name="任意多边形: 形状 125"/>
          <p:cNvSpPr/>
          <p:nvPr>
            <p:custDataLst>
              <p:tags r:id="rId6"/>
            </p:custDataLst>
          </p:nvPr>
        </p:nvSpPr>
        <p:spPr>
          <a:xfrm>
            <a:off x="0" y="1329690"/>
            <a:ext cx="12191999" cy="4465634"/>
          </a:xfrm>
          <a:custGeom>
            <a:avLst/>
            <a:gdLst>
              <a:gd name="connsiteX0" fmla="*/ 0 w 12191999"/>
              <a:gd name="connsiteY0" fmla="*/ 0 h 4465634"/>
              <a:gd name="connsiteX1" fmla="*/ 12191999 w 12191999"/>
              <a:gd name="connsiteY1" fmla="*/ 0 h 4465634"/>
              <a:gd name="connsiteX2" fmla="*/ 12191999 w 12191999"/>
              <a:gd name="connsiteY2" fmla="*/ 4465634 h 4465634"/>
              <a:gd name="connsiteX3" fmla="*/ 0 w 12191999"/>
              <a:gd name="connsiteY3" fmla="*/ 4465634 h 446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65634">
                <a:moveTo>
                  <a:pt x="0" y="0"/>
                </a:moveTo>
                <a:lnTo>
                  <a:pt x="12191999" y="0"/>
                </a:lnTo>
                <a:lnTo>
                  <a:pt x="12191999" y="4465634"/>
                </a:lnTo>
                <a:lnTo>
                  <a:pt x="0" y="44656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190500" dir="5400000" sx="85000" sy="85000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OPPOSans R" panose="00020600040101010101" pitchFamily="18" charset="-122"/>
            </a:endParaRPr>
          </a:p>
        </p:txBody>
      </p:sp>
      <p:sp>
        <p:nvSpPr>
          <p:cNvPr id="78" name="平行四边形 77"/>
          <p:cNvSpPr/>
          <p:nvPr>
            <p:custDataLst>
              <p:tags r:id="rId7"/>
            </p:custDataLst>
          </p:nvPr>
        </p:nvSpPr>
        <p:spPr>
          <a:xfrm>
            <a:off x="4940979" y="5138054"/>
            <a:ext cx="6920011" cy="657370"/>
          </a:xfrm>
          <a:prstGeom prst="parallelogram">
            <a:avLst>
              <a:gd name="adj" fmla="val 6267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cs typeface="OPPOSans R" panose="00020600040101010101" pitchFamily="18" charset="-122"/>
            </a:endParaRPr>
          </a:p>
        </p:txBody>
      </p:sp>
      <p:sp>
        <p:nvSpPr>
          <p:cNvPr id="130" name="任意多边形: 形状 129"/>
          <p:cNvSpPr/>
          <p:nvPr>
            <p:custDataLst>
              <p:tags r:id="rId8"/>
            </p:custDataLst>
          </p:nvPr>
        </p:nvSpPr>
        <p:spPr>
          <a:xfrm>
            <a:off x="7087694" y="3353616"/>
            <a:ext cx="5104306" cy="1784437"/>
          </a:xfrm>
          <a:custGeom>
            <a:avLst/>
            <a:gdLst>
              <a:gd name="connsiteX0" fmla="*/ 1118342 w 5104306"/>
              <a:gd name="connsiteY0" fmla="*/ 0 h 1784437"/>
              <a:gd name="connsiteX1" fmla="*/ 5104306 w 5104306"/>
              <a:gd name="connsiteY1" fmla="*/ 0 h 1784437"/>
              <a:gd name="connsiteX2" fmla="*/ 5104306 w 5104306"/>
              <a:gd name="connsiteY2" fmla="*/ 1784437 h 1784437"/>
              <a:gd name="connsiteX3" fmla="*/ 0 w 5104306"/>
              <a:gd name="connsiteY3" fmla="*/ 1784437 h 17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4306" h="1784437">
                <a:moveTo>
                  <a:pt x="1118342" y="0"/>
                </a:moveTo>
                <a:lnTo>
                  <a:pt x="5104306" y="0"/>
                </a:lnTo>
                <a:lnTo>
                  <a:pt x="5104306" y="1784437"/>
                </a:lnTo>
                <a:lnTo>
                  <a:pt x="0" y="1784437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32" name="任意多边形: 形状 131"/>
          <p:cNvSpPr/>
          <p:nvPr>
            <p:custDataLst>
              <p:tags r:id="rId9"/>
            </p:custDataLst>
          </p:nvPr>
        </p:nvSpPr>
        <p:spPr>
          <a:xfrm>
            <a:off x="5417310" y="6605914"/>
            <a:ext cx="6774690" cy="252087"/>
          </a:xfrm>
          <a:custGeom>
            <a:avLst/>
            <a:gdLst>
              <a:gd name="connsiteX0" fmla="*/ 157988 w 6774690"/>
              <a:gd name="connsiteY0" fmla="*/ 0 h 252087"/>
              <a:gd name="connsiteX1" fmla="*/ 6774690 w 6774690"/>
              <a:gd name="connsiteY1" fmla="*/ 0 h 252087"/>
              <a:gd name="connsiteX2" fmla="*/ 6774690 w 6774690"/>
              <a:gd name="connsiteY2" fmla="*/ 252087 h 252087"/>
              <a:gd name="connsiteX3" fmla="*/ 0 w 6774690"/>
              <a:gd name="connsiteY3" fmla="*/ 252087 h 25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74690" h="252087">
                <a:moveTo>
                  <a:pt x="157988" y="0"/>
                </a:moveTo>
                <a:lnTo>
                  <a:pt x="6774690" y="0"/>
                </a:lnTo>
                <a:lnTo>
                  <a:pt x="6774690" y="252087"/>
                </a:lnTo>
                <a:lnTo>
                  <a:pt x="0" y="252087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schemeClr val="accent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pic>
        <p:nvPicPr>
          <p:cNvPr id="13" name="图片 12" descr="C:/Users/wps/AppData/Local/Temp/exportShape.pn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6499225" y="1329690"/>
            <a:ext cx="5692775" cy="3808095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118745" y="647573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461385" y="6475730"/>
            <a:ext cx="4114800" cy="365125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8" name="日期"/>
          <p:cNvSpPr>
            <a:spLocks noGrp="1"/>
          </p:cNvSpPr>
          <p:nvPr>
            <p:ph type="body" idx="17827585" hasCustomPrompt="1"/>
            <p:custDataLst>
              <p:tags r:id="rId14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5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/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8875650" hasCustomPrompt="1"/>
            <p:custDataLst>
              <p:tags r:id="rId16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  <p:sp>
        <p:nvSpPr>
          <p:cNvPr id="2" name="任意多边形: 形状 33"/>
          <p:cNvSpPr/>
          <p:nvPr>
            <p:custDataLst>
              <p:tags r:id="rId17"/>
            </p:custDataLst>
          </p:nvPr>
        </p:nvSpPr>
        <p:spPr>
          <a:xfrm>
            <a:off x="0" y="-4067"/>
            <a:ext cx="3044350" cy="657370"/>
          </a:xfrm>
          <a:custGeom>
            <a:avLst/>
            <a:gdLst>
              <a:gd name="connsiteX0" fmla="*/ 0 w 3044350"/>
              <a:gd name="connsiteY0" fmla="*/ 0 h 657370"/>
              <a:gd name="connsiteX1" fmla="*/ 3044350 w 3044350"/>
              <a:gd name="connsiteY1" fmla="*/ 0 h 657370"/>
              <a:gd name="connsiteX2" fmla="*/ 2632363 w 3044350"/>
              <a:gd name="connsiteY2" fmla="*/ 657370 h 657370"/>
              <a:gd name="connsiteX3" fmla="*/ 0 w 3044350"/>
              <a:gd name="connsiteY3" fmla="*/ 657370 h 65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350" h="657370">
                <a:moveTo>
                  <a:pt x="0" y="0"/>
                </a:moveTo>
                <a:lnTo>
                  <a:pt x="3044350" y="0"/>
                </a:lnTo>
                <a:lnTo>
                  <a:pt x="2632363" y="657370"/>
                </a:lnTo>
                <a:lnTo>
                  <a:pt x="0" y="65737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accent1"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1" descr="C:/Users/wps/AppData/Local/Temp/exportShape.jpe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30000"/>
          </a:blip>
          <a:srcRect/>
          <a:stretch>
            <a:fillRect/>
          </a:stretch>
        </p:blipFill>
        <p:spPr>
          <a:xfrm flipH="1">
            <a:off x="4" y="0"/>
            <a:ext cx="12191996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93" name="任意多边形: 形状 292"/>
          <p:cNvSpPr/>
          <p:nvPr>
            <p:custDataLst>
              <p:tags r:id="rId4"/>
            </p:custDataLst>
          </p:nvPr>
        </p:nvSpPr>
        <p:spPr>
          <a:xfrm>
            <a:off x="0" y="0"/>
            <a:ext cx="5873818" cy="224676"/>
          </a:xfrm>
          <a:custGeom>
            <a:avLst/>
            <a:gdLst>
              <a:gd name="connsiteX0" fmla="*/ 0 w 5873818"/>
              <a:gd name="connsiteY0" fmla="*/ 0 h 224676"/>
              <a:gd name="connsiteX1" fmla="*/ 5873818 w 5873818"/>
              <a:gd name="connsiteY1" fmla="*/ 0 h 224676"/>
              <a:gd name="connsiteX2" fmla="*/ 5733009 w 5873818"/>
              <a:gd name="connsiteY2" fmla="*/ 224676 h 224676"/>
              <a:gd name="connsiteX3" fmla="*/ 0 w 5873818"/>
              <a:gd name="connsiteY3" fmla="*/ 224676 h 22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3818" h="224676">
                <a:moveTo>
                  <a:pt x="0" y="0"/>
                </a:moveTo>
                <a:lnTo>
                  <a:pt x="5873818" y="0"/>
                </a:lnTo>
                <a:lnTo>
                  <a:pt x="5733009" y="224676"/>
                </a:lnTo>
                <a:lnTo>
                  <a:pt x="0" y="224676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5"/>
            </p:custDataLst>
          </p:nvPr>
        </p:nvSpPr>
        <p:spPr>
          <a:xfrm>
            <a:off x="6714490" y="6226175"/>
            <a:ext cx="5477510" cy="455930"/>
          </a:xfrm>
          <a:custGeom>
            <a:avLst/>
            <a:gdLst>
              <a:gd name="connsiteX0" fmla="*/ 285837 w 5477790"/>
              <a:gd name="connsiteY0" fmla="*/ 0 h 456085"/>
              <a:gd name="connsiteX1" fmla="*/ 5477790 w 5477790"/>
              <a:gd name="connsiteY1" fmla="*/ 0 h 456085"/>
              <a:gd name="connsiteX2" fmla="*/ 5477790 w 5477790"/>
              <a:gd name="connsiteY2" fmla="*/ 456085 h 456085"/>
              <a:gd name="connsiteX3" fmla="*/ 0 w 5477790"/>
              <a:gd name="connsiteY3" fmla="*/ 456085 h 45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90" h="456085">
                <a:moveTo>
                  <a:pt x="285837" y="0"/>
                </a:moveTo>
                <a:lnTo>
                  <a:pt x="5477790" y="0"/>
                </a:lnTo>
                <a:lnTo>
                  <a:pt x="5477790" y="456085"/>
                </a:lnTo>
                <a:lnTo>
                  <a:pt x="0" y="456085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pic>
        <p:nvPicPr>
          <p:cNvPr id="61" name="图片 60" descr="C:/Users/wps/AppData/Local/Temp/exportShape.pngexportShape"/>
          <p:cNvPicPr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612505" y="3714750"/>
            <a:ext cx="3579495" cy="3143250"/>
          </a:xfrm>
          <a:custGeom>
            <a:avLst/>
            <a:gdLst>
              <a:gd name="connsiteX0" fmla="*/ 0 w 3131820"/>
              <a:gd name="connsiteY0" fmla="*/ 0 h 2750386"/>
              <a:gd name="connsiteX1" fmla="*/ 3131820 w 3131820"/>
              <a:gd name="connsiteY1" fmla="*/ 0 h 2750386"/>
              <a:gd name="connsiteX2" fmla="*/ 3131820 w 3131820"/>
              <a:gd name="connsiteY2" fmla="*/ 2750386 h 2750386"/>
              <a:gd name="connsiteX3" fmla="*/ 0 w 3131820"/>
              <a:gd name="connsiteY3" fmla="*/ 2750386 h 275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1820" h="2750386">
                <a:moveTo>
                  <a:pt x="0" y="0"/>
                </a:moveTo>
                <a:lnTo>
                  <a:pt x="3131820" y="0"/>
                </a:lnTo>
                <a:lnTo>
                  <a:pt x="3131820" y="2750386"/>
                </a:lnTo>
                <a:lnTo>
                  <a:pt x="0" y="2750386"/>
                </a:lnTo>
                <a:close/>
              </a:path>
            </a:pathLst>
          </a:custGeom>
        </p:spPr>
      </p:pic>
      <p:pic>
        <p:nvPicPr>
          <p:cNvPr id="62" name="图片 61" descr="C:/Users/wps/AppData/Local/Temp/exportShape.pngexportShape"/>
          <p:cNvPicPr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10511790" y="3056890"/>
            <a:ext cx="1680210" cy="3268980"/>
          </a:xfrm>
          <a:custGeom>
            <a:avLst/>
            <a:gdLst>
              <a:gd name="connsiteX0" fmla="*/ 0 w 1679944"/>
              <a:gd name="connsiteY0" fmla="*/ 0 h 3268806"/>
              <a:gd name="connsiteX1" fmla="*/ 1679944 w 1679944"/>
              <a:gd name="connsiteY1" fmla="*/ 0 h 3268806"/>
              <a:gd name="connsiteX2" fmla="*/ 1679944 w 1679944"/>
              <a:gd name="connsiteY2" fmla="*/ 3268806 h 3268806"/>
              <a:gd name="connsiteX3" fmla="*/ 0 w 1679944"/>
              <a:gd name="connsiteY3" fmla="*/ 3268806 h 32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9944" h="3268806">
                <a:moveTo>
                  <a:pt x="0" y="0"/>
                </a:moveTo>
                <a:lnTo>
                  <a:pt x="1679944" y="0"/>
                </a:lnTo>
                <a:lnTo>
                  <a:pt x="1679944" y="3268806"/>
                </a:lnTo>
                <a:lnTo>
                  <a:pt x="0" y="3268806"/>
                </a:lnTo>
                <a:close/>
              </a:path>
            </a:pathLst>
          </a:custGeom>
        </p:spPr>
      </p:pic>
      <p:pic>
        <p:nvPicPr>
          <p:cNvPr id="63" name="图片 62" descr="C:/Users/wps/AppData/Local/Temp/exportShape.pngexportShap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10142855" y="2312035"/>
            <a:ext cx="2049145" cy="4545965"/>
          </a:xfrm>
          <a:custGeom>
            <a:avLst/>
            <a:gdLst>
              <a:gd name="connsiteX0" fmla="*/ 0 w 1792312"/>
              <a:gd name="connsiteY0" fmla="*/ 0 h 3976953"/>
              <a:gd name="connsiteX1" fmla="*/ 1792312 w 1792312"/>
              <a:gd name="connsiteY1" fmla="*/ 0 h 3976953"/>
              <a:gd name="connsiteX2" fmla="*/ 1792312 w 1792312"/>
              <a:gd name="connsiteY2" fmla="*/ 3976953 h 3976953"/>
              <a:gd name="connsiteX3" fmla="*/ 0 w 1792312"/>
              <a:gd name="connsiteY3" fmla="*/ 3976953 h 3976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312" h="3976953">
                <a:moveTo>
                  <a:pt x="0" y="0"/>
                </a:moveTo>
                <a:lnTo>
                  <a:pt x="1792312" y="0"/>
                </a:lnTo>
                <a:lnTo>
                  <a:pt x="1792312" y="3976953"/>
                </a:lnTo>
                <a:lnTo>
                  <a:pt x="0" y="3976953"/>
                </a:lnTo>
                <a:close/>
              </a:path>
            </a:pathLst>
          </a:custGeom>
        </p:spPr>
      </p:pic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2"/>
          <p:cNvSpPr>
            <a:spLocks noGrp="1"/>
          </p:cNvSpPr>
          <p:nvPr>
            <p:ph type="title" idx="17826049" hasCustomPrompt="1"/>
            <p:custDataLst>
              <p:tags r:id="rId1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7826561" hasCustomPrompt="1"/>
            <p:custDataLst>
              <p:tags r:id="rId1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4" descr="C:/Users/wps/AppData/Local/Temp/exportShape.jpegexportShap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30000"/>
          </a:blip>
          <a:srcRect/>
          <a:stretch>
            <a:fillRect/>
          </a:stretch>
        </p:blipFill>
        <p:spPr>
          <a:xfrm>
            <a:off x="4" y="0"/>
            <a:ext cx="12191996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0" name="任意多边形: 形状 119"/>
          <p:cNvSpPr/>
          <p:nvPr>
            <p:custDataLst>
              <p:tags r:id="rId4"/>
            </p:custDataLst>
          </p:nvPr>
        </p:nvSpPr>
        <p:spPr>
          <a:xfrm>
            <a:off x="7087694" y="0"/>
            <a:ext cx="5104306" cy="1634410"/>
          </a:xfrm>
          <a:custGeom>
            <a:avLst/>
            <a:gdLst>
              <a:gd name="connsiteX0" fmla="*/ 1024317 w 5104306"/>
              <a:gd name="connsiteY0" fmla="*/ 0 h 1634410"/>
              <a:gd name="connsiteX1" fmla="*/ 5104306 w 5104306"/>
              <a:gd name="connsiteY1" fmla="*/ 0 h 1634410"/>
              <a:gd name="connsiteX2" fmla="*/ 5104306 w 5104306"/>
              <a:gd name="connsiteY2" fmla="*/ 1634410 h 1634410"/>
              <a:gd name="connsiteX3" fmla="*/ 0 w 5104306"/>
              <a:gd name="connsiteY3" fmla="*/ 1634410 h 163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4306" h="1634410">
                <a:moveTo>
                  <a:pt x="1024317" y="0"/>
                </a:moveTo>
                <a:lnTo>
                  <a:pt x="5104306" y="0"/>
                </a:lnTo>
                <a:lnTo>
                  <a:pt x="5104306" y="1634410"/>
                </a:lnTo>
                <a:lnTo>
                  <a:pt x="0" y="163441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5"/>
            </p:custDataLst>
          </p:nvPr>
        </p:nvSpPr>
        <p:spPr>
          <a:xfrm>
            <a:off x="0" y="5775325"/>
            <a:ext cx="4941570" cy="657225"/>
          </a:xfrm>
          <a:custGeom>
            <a:avLst/>
            <a:gdLst>
              <a:gd name="connsiteX0" fmla="*/ 0 w 4315780"/>
              <a:gd name="connsiteY0" fmla="*/ 0 h 657370"/>
              <a:gd name="connsiteX1" fmla="*/ 4315780 w 4315780"/>
              <a:gd name="connsiteY1" fmla="*/ 0 h 657370"/>
              <a:gd name="connsiteX2" fmla="*/ 3903793 w 4315780"/>
              <a:gd name="connsiteY2" fmla="*/ 657370 h 657370"/>
              <a:gd name="connsiteX3" fmla="*/ 0 w 4315780"/>
              <a:gd name="connsiteY3" fmla="*/ 657370 h 65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5780" h="657370">
                <a:moveTo>
                  <a:pt x="0" y="0"/>
                </a:moveTo>
                <a:lnTo>
                  <a:pt x="4315780" y="0"/>
                </a:lnTo>
                <a:lnTo>
                  <a:pt x="3903793" y="657370"/>
                </a:lnTo>
                <a:lnTo>
                  <a:pt x="0" y="65737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accent1"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6" name="任意多边形: 形状 125"/>
          <p:cNvSpPr/>
          <p:nvPr>
            <p:custDataLst>
              <p:tags r:id="rId6"/>
            </p:custDataLst>
          </p:nvPr>
        </p:nvSpPr>
        <p:spPr>
          <a:xfrm>
            <a:off x="0" y="1329791"/>
            <a:ext cx="12191999" cy="4465634"/>
          </a:xfrm>
          <a:custGeom>
            <a:avLst/>
            <a:gdLst>
              <a:gd name="connsiteX0" fmla="*/ 0 w 12191999"/>
              <a:gd name="connsiteY0" fmla="*/ 0 h 4465634"/>
              <a:gd name="connsiteX1" fmla="*/ 12191999 w 12191999"/>
              <a:gd name="connsiteY1" fmla="*/ 0 h 4465634"/>
              <a:gd name="connsiteX2" fmla="*/ 12191999 w 12191999"/>
              <a:gd name="connsiteY2" fmla="*/ 4465634 h 4465634"/>
              <a:gd name="connsiteX3" fmla="*/ 0 w 12191999"/>
              <a:gd name="connsiteY3" fmla="*/ 4465634 h 446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65634">
                <a:moveTo>
                  <a:pt x="0" y="0"/>
                </a:moveTo>
                <a:lnTo>
                  <a:pt x="12191999" y="0"/>
                </a:lnTo>
                <a:lnTo>
                  <a:pt x="12191999" y="4465634"/>
                </a:lnTo>
                <a:lnTo>
                  <a:pt x="0" y="44656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190500" dir="5400000" sx="85000" sy="85000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OPPOSans R" panose="00020600040101010101" pitchFamily="18" charset="-122"/>
            </a:endParaRPr>
          </a:p>
        </p:txBody>
      </p:sp>
      <p:sp>
        <p:nvSpPr>
          <p:cNvPr id="7" name="平行四边形 2"/>
          <p:cNvSpPr/>
          <p:nvPr>
            <p:custDataLst>
              <p:tags r:id="rId7"/>
            </p:custDataLst>
          </p:nvPr>
        </p:nvSpPr>
        <p:spPr>
          <a:xfrm>
            <a:off x="4940979" y="5138054"/>
            <a:ext cx="6920011" cy="657370"/>
          </a:xfrm>
          <a:prstGeom prst="parallelogram">
            <a:avLst>
              <a:gd name="adj" fmla="val 6267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OPPOSans R" panose="00020600040101010101" pitchFamily="18" charset="-122"/>
            </a:endParaRPr>
          </a:p>
        </p:txBody>
      </p:sp>
      <p:sp>
        <p:nvSpPr>
          <p:cNvPr id="130" name="任意多边形: 形状 129"/>
          <p:cNvSpPr/>
          <p:nvPr>
            <p:custDataLst>
              <p:tags r:id="rId8"/>
            </p:custDataLst>
          </p:nvPr>
        </p:nvSpPr>
        <p:spPr>
          <a:xfrm>
            <a:off x="7087694" y="3353616"/>
            <a:ext cx="5104306" cy="1784437"/>
          </a:xfrm>
          <a:custGeom>
            <a:avLst/>
            <a:gdLst>
              <a:gd name="connsiteX0" fmla="*/ 1118342 w 5104306"/>
              <a:gd name="connsiteY0" fmla="*/ 0 h 1784437"/>
              <a:gd name="connsiteX1" fmla="*/ 5104306 w 5104306"/>
              <a:gd name="connsiteY1" fmla="*/ 0 h 1784437"/>
              <a:gd name="connsiteX2" fmla="*/ 5104306 w 5104306"/>
              <a:gd name="connsiteY2" fmla="*/ 1784437 h 1784437"/>
              <a:gd name="connsiteX3" fmla="*/ 0 w 5104306"/>
              <a:gd name="connsiteY3" fmla="*/ 1784437 h 17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4306" h="1784437">
                <a:moveTo>
                  <a:pt x="1118342" y="0"/>
                </a:moveTo>
                <a:lnTo>
                  <a:pt x="5104306" y="0"/>
                </a:lnTo>
                <a:lnTo>
                  <a:pt x="5104306" y="1784437"/>
                </a:lnTo>
                <a:lnTo>
                  <a:pt x="0" y="1784437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32" name="任意多边形: 形状 131"/>
          <p:cNvSpPr/>
          <p:nvPr>
            <p:custDataLst>
              <p:tags r:id="rId9"/>
            </p:custDataLst>
          </p:nvPr>
        </p:nvSpPr>
        <p:spPr>
          <a:xfrm>
            <a:off x="5417310" y="6605914"/>
            <a:ext cx="6774690" cy="252087"/>
          </a:xfrm>
          <a:custGeom>
            <a:avLst/>
            <a:gdLst>
              <a:gd name="connsiteX0" fmla="*/ 157988 w 6774690"/>
              <a:gd name="connsiteY0" fmla="*/ 0 h 252087"/>
              <a:gd name="connsiteX1" fmla="*/ 6774690 w 6774690"/>
              <a:gd name="connsiteY1" fmla="*/ 0 h 252087"/>
              <a:gd name="connsiteX2" fmla="*/ 6774690 w 6774690"/>
              <a:gd name="connsiteY2" fmla="*/ 252087 h 252087"/>
              <a:gd name="connsiteX3" fmla="*/ 0 w 6774690"/>
              <a:gd name="connsiteY3" fmla="*/ 252087 h 25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74690" h="252087">
                <a:moveTo>
                  <a:pt x="157988" y="0"/>
                </a:moveTo>
                <a:lnTo>
                  <a:pt x="6774690" y="0"/>
                </a:lnTo>
                <a:lnTo>
                  <a:pt x="6774690" y="252087"/>
                </a:lnTo>
                <a:lnTo>
                  <a:pt x="0" y="252087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tx1">
                <a:lumMod val="85000"/>
                <a:lumOff val="15000"/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 dirty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34" name="任意多边形: 形状 33"/>
          <p:cNvSpPr/>
          <p:nvPr>
            <p:custDataLst>
              <p:tags r:id="rId10"/>
            </p:custDataLst>
          </p:nvPr>
        </p:nvSpPr>
        <p:spPr>
          <a:xfrm>
            <a:off x="0" y="-4067"/>
            <a:ext cx="3044350" cy="657370"/>
          </a:xfrm>
          <a:custGeom>
            <a:avLst/>
            <a:gdLst>
              <a:gd name="connsiteX0" fmla="*/ 0 w 3044350"/>
              <a:gd name="connsiteY0" fmla="*/ 0 h 657370"/>
              <a:gd name="connsiteX1" fmla="*/ 3044350 w 3044350"/>
              <a:gd name="connsiteY1" fmla="*/ 0 h 657370"/>
              <a:gd name="connsiteX2" fmla="*/ 2632363 w 3044350"/>
              <a:gd name="connsiteY2" fmla="*/ 657370 h 657370"/>
              <a:gd name="connsiteX3" fmla="*/ 0 w 3044350"/>
              <a:gd name="connsiteY3" fmla="*/ 657370 h 65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350" h="657370">
                <a:moveTo>
                  <a:pt x="0" y="0"/>
                </a:moveTo>
                <a:lnTo>
                  <a:pt x="3044350" y="0"/>
                </a:lnTo>
                <a:lnTo>
                  <a:pt x="2632363" y="657370"/>
                </a:lnTo>
                <a:lnTo>
                  <a:pt x="0" y="657370"/>
                </a:lnTo>
                <a:close/>
              </a:path>
            </a:pathLst>
          </a:custGeom>
          <a:solidFill>
            <a:schemeClr val="accent1"/>
          </a:solidFill>
          <a:ln w="15875" cap="flat" cmpd="sng" algn="ctr">
            <a:noFill/>
            <a:prstDash val="solid"/>
            <a:miter lim="800000"/>
          </a:ln>
          <a:effectLst>
            <a:outerShdw blurRad="381000" dist="190500" dir="5400000" sx="85000" sy="85000" algn="t" rotWithShape="0">
              <a:schemeClr val="accent1">
                <a:alpha val="32000"/>
              </a:scheme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 kern="0">
              <a:solidFill>
                <a:prstClr val="white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pic>
        <p:nvPicPr>
          <p:cNvPr id="13" name="图片 12" descr="C:/Users/wps/AppData/Local/Temp/exportShape.pngexportShape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6499225" y="1329690"/>
            <a:ext cx="5692775" cy="3808095"/>
          </a:xfrm>
          <a:prstGeom prst="rect">
            <a:avLst/>
          </a:pr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Subtitle 8"/>
          <p:cNvSpPr>
            <a:spLocks noGrp="1"/>
          </p:cNvSpPr>
          <p:nvPr>
            <p:ph type="body" idx="17826305" hasCustomPrompt="1"/>
            <p:custDataLst>
              <p:tags r:id="rId16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ctrTitle" idx="17826049" hasCustomPrompt="1"/>
            <p:custDataLst>
              <p:tags r:id="rId17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7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319883777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319883522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319949313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949058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320014849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20014594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320080385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80130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 descr="资源 14@4x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5929" b="82282"/>
          <a:stretch>
            <a:fillRect/>
          </a:stretch>
        </p:blipFill>
        <p:spPr>
          <a:xfrm>
            <a:off x="382905" y="5916295"/>
            <a:ext cx="7404735" cy="941705"/>
          </a:xfrm>
          <a:prstGeom prst="rect">
            <a:avLst/>
          </a:prstGeom>
        </p:spPr>
      </p:pic>
      <p:pic>
        <p:nvPicPr>
          <p:cNvPr id="8" name="图片 4" descr="资源 9@4x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83758" r="45615"/>
          <a:stretch>
            <a:fillRect/>
          </a:stretch>
        </p:blipFill>
        <p:spPr>
          <a:xfrm>
            <a:off x="1788795" y="0"/>
            <a:ext cx="6630670" cy="829310"/>
          </a:xfrm>
          <a:prstGeom prst="rect">
            <a:avLst/>
          </a:prstGeom>
        </p:spPr>
      </p:pic>
      <p:pic>
        <p:nvPicPr>
          <p:cNvPr id="9" name="图片 5" descr="资源 10@4x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33809" r="25082"/>
          <a:stretch>
            <a:fillRect/>
          </a:stretch>
        </p:blipFill>
        <p:spPr>
          <a:xfrm>
            <a:off x="8282940" y="0"/>
            <a:ext cx="3909060" cy="3653790"/>
          </a:xfrm>
          <a:prstGeom prst="rect">
            <a:avLst/>
          </a:prstGeom>
        </p:spPr>
      </p:pic>
      <p:pic>
        <p:nvPicPr>
          <p:cNvPr id="10" name="图片 6" descr="资源 11@4x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81745"/>
          <a:stretch>
            <a:fillRect/>
          </a:stretch>
        </p:blipFill>
        <p:spPr>
          <a:xfrm>
            <a:off x="0" y="830580"/>
            <a:ext cx="504825" cy="2333625"/>
          </a:xfrm>
          <a:prstGeom prst="rect">
            <a:avLst/>
          </a:prstGeom>
        </p:spPr>
      </p:pic>
      <p:pic>
        <p:nvPicPr>
          <p:cNvPr id="12" name="图片 7" descr="资源 12@4x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r="72917"/>
          <a:stretch>
            <a:fillRect/>
          </a:stretch>
        </p:blipFill>
        <p:spPr>
          <a:xfrm>
            <a:off x="8890000" y="922020"/>
            <a:ext cx="3302000" cy="5005705"/>
          </a:xfrm>
          <a:prstGeom prst="rect">
            <a:avLst/>
          </a:prstGeom>
        </p:spPr>
      </p:pic>
      <p:pic>
        <p:nvPicPr>
          <p:cNvPr id="13" name="图片 8" descr="资源 13@4x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b="50909"/>
          <a:stretch>
            <a:fillRect/>
          </a:stretch>
        </p:blipFill>
        <p:spPr>
          <a:xfrm>
            <a:off x="7578090" y="5057775"/>
            <a:ext cx="4171950" cy="1800225"/>
          </a:xfrm>
          <a:prstGeom prst="rect">
            <a:avLst/>
          </a:prstGeom>
        </p:spPr>
      </p:pic>
      <p:pic>
        <p:nvPicPr>
          <p:cNvPr id="17" name="图片 16" descr="资源 11@4x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01840" y="1346835"/>
            <a:ext cx="2111375" cy="1781810"/>
          </a:xfrm>
          <a:prstGeom prst="rect">
            <a:avLst/>
          </a:prstGeom>
        </p:spPr>
      </p:pic>
      <p:sp>
        <p:nvSpPr>
          <p:cNvPr id="5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95264" y="4904104"/>
            <a:ext cx="270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6"/>
            </p:custDataLst>
          </p:nvPr>
        </p:nvSpPr>
        <p:spPr>
          <a:xfrm>
            <a:off x="1295400" y="1857375"/>
            <a:ext cx="5704840" cy="19818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 hasCustomPrompt="1"/>
            <p:custDataLst>
              <p:tags r:id="rId17"/>
            </p:custDataLst>
          </p:nvPr>
        </p:nvSpPr>
        <p:spPr>
          <a:xfrm>
            <a:off x="1295400" y="3982720"/>
            <a:ext cx="5704840" cy="44894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资源 13@4x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50909"/>
          <a:stretch>
            <a:fillRect/>
          </a:stretch>
        </p:blipFill>
        <p:spPr>
          <a:xfrm>
            <a:off x="8502650" y="5266055"/>
            <a:ext cx="3689350" cy="1591945"/>
          </a:xfrm>
          <a:prstGeom prst="rect">
            <a:avLst/>
          </a:prstGeom>
        </p:spPr>
      </p:pic>
      <p:pic>
        <p:nvPicPr>
          <p:cNvPr id="5" name="图片 1" descr="资源 14@4x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8292" r="33599" b="82282"/>
          <a:stretch>
            <a:fillRect/>
          </a:stretch>
        </p:blipFill>
        <p:spPr>
          <a:xfrm rot="16200000" flipH="1">
            <a:off x="10096818" y="2932430"/>
            <a:ext cx="3248660" cy="941705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汉仪中宋简" panose="02010600000101010101" charset="-128"/>
                <a:sym typeface="+mn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3" name="图片 12" descr="资源 10@4x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alphaModFix amt="45000"/>
          </a:blip>
          <a:srcRect t="37113" r="10023"/>
          <a:stretch>
            <a:fillRect/>
          </a:stretch>
        </p:blipFill>
        <p:spPr>
          <a:xfrm>
            <a:off x="9248775" y="0"/>
            <a:ext cx="2943225" cy="2176145"/>
          </a:xfrm>
          <a:prstGeom prst="rect">
            <a:avLst/>
          </a:prstGeom>
        </p:spPr>
      </p:pic>
      <p:pic>
        <p:nvPicPr>
          <p:cNvPr id="14" name="图片 13" descr="资源 14@4x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"/>
          <a:srcRect l="38292" r="27225" b="82282"/>
          <a:stretch>
            <a:fillRect/>
          </a:stretch>
        </p:blipFill>
        <p:spPr>
          <a:xfrm rot="5400000">
            <a:off x="-1521777" y="3350895"/>
            <a:ext cx="3985260" cy="941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5" descr="资源 10@4x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3809" r="25082"/>
          <a:stretch>
            <a:fillRect/>
          </a:stretch>
        </p:blipFill>
        <p:spPr>
          <a:xfrm>
            <a:off x="8282940" y="0"/>
            <a:ext cx="3909060" cy="3653790"/>
          </a:xfrm>
          <a:prstGeom prst="rect">
            <a:avLst/>
          </a:prstGeom>
        </p:spPr>
      </p:pic>
      <p:pic>
        <p:nvPicPr>
          <p:cNvPr id="32" name="图片 6" descr="资源 11@4x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1745"/>
          <a:stretch>
            <a:fillRect/>
          </a:stretch>
        </p:blipFill>
        <p:spPr>
          <a:xfrm>
            <a:off x="0" y="830580"/>
            <a:ext cx="504825" cy="2333625"/>
          </a:xfrm>
          <a:prstGeom prst="rect">
            <a:avLst/>
          </a:prstGeom>
        </p:spPr>
      </p:pic>
      <p:pic>
        <p:nvPicPr>
          <p:cNvPr id="33" name="图片 7" descr="资源 12@4x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72917"/>
          <a:stretch>
            <a:fillRect/>
          </a:stretch>
        </p:blipFill>
        <p:spPr>
          <a:xfrm>
            <a:off x="8890000" y="922020"/>
            <a:ext cx="3302000" cy="5005705"/>
          </a:xfrm>
          <a:prstGeom prst="rect">
            <a:avLst/>
          </a:prstGeom>
        </p:spPr>
      </p:pic>
      <p:pic>
        <p:nvPicPr>
          <p:cNvPr id="35" name="图片 8" descr="资源 13@4x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b="50909"/>
          <a:stretch>
            <a:fillRect/>
          </a:stretch>
        </p:blipFill>
        <p:spPr>
          <a:xfrm>
            <a:off x="7578090" y="5057775"/>
            <a:ext cx="4171950" cy="1800225"/>
          </a:xfrm>
          <a:prstGeom prst="rect">
            <a:avLst/>
          </a:prstGeom>
        </p:spPr>
      </p:pic>
      <p:pic>
        <p:nvPicPr>
          <p:cNvPr id="36" name="图片 35" descr="资源 11@4x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01840" y="1346835"/>
            <a:ext cx="2111375" cy="17818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175385" y="3089910"/>
            <a:ext cx="7768590" cy="1016000"/>
          </a:xfrm>
        </p:spPr>
        <p:txBody>
          <a:bodyPr lIns="0" tIns="46800" rIns="90000" bIns="46800" anchor="b" anchorCtr="0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6"/>
          <p:cNvSpPr>
            <a:spLocks noGrp="1"/>
          </p:cNvSpPr>
          <p:nvPr>
            <p:ph type="body" idx="13" hasCustomPrompt="1"/>
            <p:custDataLst>
              <p:tags r:id="rId12"/>
            </p:custDataLst>
          </p:nvPr>
        </p:nvSpPr>
        <p:spPr>
          <a:xfrm>
            <a:off x="1175385" y="1657350"/>
            <a:ext cx="7768590" cy="1341120"/>
          </a:xfrm>
        </p:spPr>
        <p:txBody>
          <a:bodyPr wrap="none" anchor="b" anchorCtr="0"/>
          <a:lstStyle>
            <a:lvl1pPr marL="0" indent="0" algn="l"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副标题 9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1175385" y="4204970"/>
            <a:ext cx="7768590" cy="800167"/>
          </a:xfrm>
        </p:spPr>
        <p:txBody>
          <a:bodyPr wrap="square" lIns="3600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3" descr="资源 14@4x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5929" b="82282"/>
          <a:stretch>
            <a:fillRect/>
          </a:stretch>
        </p:blipFill>
        <p:spPr>
          <a:xfrm>
            <a:off x="382905" y="5916295"/>
            <a:ext cx="7404735" cy="941705"/>
          </a:xfrm>
          <a:prstGeom prst="rect">
            <a:avLst/>
          </a:prstGeom>
        </p:spPr>
      </p:pic>
      <p:pic>
        <p:nvPicPr>
          <p:cNvPr id="7" name="图片 4" descr="资源 9@4x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83758" r="45615"/>
          <a:stretch>
            <a:fillRect/>
          </a:stretch>
        </p:blipFill>
        <p:spPr>
          <a:xfrm>
            <a:off x="1788795" y="0"/>
            <a:ext cx="6630670" cy="829310"/>
          </a:xfrm>
          <a:prstGeom prst="rect">
            <a:avLst/>
          </a:prstGeom>
        </p:spPr>
      </p:pic>
      <p:pic>
        <p:nvPicPr>
          <p:cNvPr id="8" name="图片 5" descr="资源 10@4x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33809" r="25082"/>
          <a:stretch>
            <a:fillRect/>
          </a:stretch>
        </p:blipFill>
        <p:spPr>
          <a:xfrm>
            <a:off x="8282940" y="0"/>
            <a:ext cx="3909060" cy="3653790"/>
          </a:xfrm>
          <a:prstGeom prst="rect">
            <a:avLst/>
          </a:prstGeom>
        </p:spPr>
      </p:pic>
      <p:pic>
        <p:nvPicPr>
          <p:cNvPr id="9" name="图片 6" descr="资源 11@4x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81745"/>
          <a:stretch>
            <a:fillRect/>
          </a:stretch>
        </p:blipFill>
        <p:spPr>
          <a:xfrm>
            <a:off x="0" y="830580"/>
            <a:ext cx="504825" cy="2333625"/>
          </a:xfrm>
          <a:prstGeom prst="rect">
            <a:avLst/>
          </a:prstGeom>
        </p:spPr>
      </p:pic>
      <p:pic>
        <p:nvPicPr>
          <p:cNvPr id="10" name="图片 7" descr="资源 12@4x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r="72917"/>
          <a:stretch>
            <a:fillRect/>
          </a:stretch>
        </p:blipFill>
        <p:spPr>
          <a:xfrm>
            <a:off x="8890000" y="922020"/>
            <a:ext cx="3302000" cy="5005705"/>
          </a:xfrm>
          <a:prstGeom prst="rect">
            <a:avLst/>
          </a:prstGeom>
        </p:spPr>
      </p:pic>
      <p:pic>
        <p:nvPicPr>
          <p:cNvPr id="12" name="图片 8" descr="资源 13@4x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b="50909"/>
          <a:stretch>
            <a:fillRect/>
          </a:stretch>
        </p:blipFill>
        <p:spPr>
          <a:xfrm>
            <a:off x="7578090" y="5057775"/>
            <a:ext cx="4171950" cy="1800225"/>
          </a:xfrm>
          <a:prstGeom prst="rect">
            <a:avLst/>
          </a:prstGeom>
        </p:spPr>
      </p:pic>
      <p:pic>
        <p:nvPicPr>
          <p:cNvPr id="17" name="图片 16" descr="资源 11@4x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01840" y="1346835"/>
            <a:ext cx="2111375" cy="1781810"/>
          </a:xfrm>
          <a:prstGeom prst="rect">
            <a:avLst/>
          </a:prstGeom>
        </p:spPr>
      </p:pic>
      <p:sp>
        <p:nvSpPr>
          <p:cNvPr id="2" name="标题 11"/>
          <p:cNvSpPr>
            <a:spLocks noGrp="1"/>
          </p:cNvSpPr>
          <p:nvPr>
            <p:ph type="ctrTitle" hasCustomPrompt="1"/>
            <p:custDataLst>
              <p:tags r:id="rId15"/>
            </p:custDataLst>
          </p:nvPr>
        </p:nvSpPr>
        <p:spPr>
          <a:xfrm>
            <a:off x="1328199" y="2754680"/>
            <a:ext cx="5524497" cy="1402750"/>
          </a:xfrm>
        </p:spPr>
        <p:txBody>
          <a:bodyPr wrap="square" lIns="0" tIns="46800" rIns="90000" bIns="46800" anchor="t">
            <a:normAutofit/>
          </a:bodyPr>
          <a:lstStyle>
            <a:lvl1pPr algn="l">
              <a:lnSpc>
                <a:spcPct val="100000"/>
              </a:lnSpc>
              <a:defRPr sz="7200" b="1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16"/>
            </p:custDataLst>
          </p:nvPr>
        </p:nvSpPr>
        <p:spPr>
          <a:xfrm>
            <a:off x="1328199" y="1841500"/>
            <a:ext cx="5524500" cy="808990"/>
          </a:xfrm>
        </p:spPr>
        <p:txBody>
          <a:bodyPr wrap="square" lIns="90000" tIns="46800" rIns="90000" bIns="4680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1" spc="190" baseline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328199" y="4261575"/>
            <a:ext cx="270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 2"/>
          <p:cNvSpPr/>
          <p:nvPr>
            <p:custDataLst>
              <p:tags r:id="rId2"/>
            </p:custDataLst>
          </p:nvPr>
        </p:nvSpPr>
        <p:spPr>
          <a:xfrm>
            <a:off x="0" y="-27940"/>
            <a:ext cx="12214860" cy="6857365"/>
          </a:xfrm>
          <a:custGeom>
            <a:avLst/>
            <a:gdLst>
              <a:gd name="connsiteX0" fmla="*/ 0 w 9525000"/>
              <a:gd name="connsiteY0" fmla="*/ 0 h 4286250"/>
              <a:gd name="connsiteX1" fmla="*/ 9525000 w 9525000"/>
              <a:gd name="connsiteY1" fmla="*/ 0 h 4286250"/>
              <a:gd name="connsiteX2" fmla="*/ 9525000 w 9525000"/>
              <a:gd name="connsiteY2" fmla="*/ 4286250 h 4286250"/>
              <a:gd name="connsiteX3" fmla="*/ 0 w 95250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4286250">
                <a:moveTo>
                  <a:pt x="0" y="0"/>
                </a:moveTo>
                <a:lnTo>
                  <a:pt x="9525000" y="0"/>
                </a:lnTo>
                <a:lnTo>
                  <a:pt x="9525000" y="4286250"/>
                </a:lnTo>
                <a:lnTo>
                  <a:pt x="0" y="4286250"/>
                </a:lnTo>
                <a:close/>
              </a:path>
            </a:pathLst>
          </a:custGeom>
          <a:solidFill>
            <a:srgbClr val="FBF6F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65" name="任意多边形: 形状 64"/>
          <p:cNvSpPr/>
          <p:nvPr>
            <p:custDataLst>
              <p:tags r:id="rId3"/>
            </p:custDataLst>
          </p:nvPr>
        </p:nvSpPr>
        <p:spPr>
          <a:xfrm rot="20859242">
            <a:off x="-162652" y="5092093"/>
            <a:ext cx="1197318" cy="1916063"/>
          </a:xfrm>
          <a:custGeom>
            <a:avLst/>
            <a:gdLst>
              <a:gd name="connsiteX0" fmla="*/ 362021 w 1197318"/>
              <a:gd name="connsiteY0" fmla="*/ 0 h 1916063"/>
              <a:gd name="connsiteX1" fmla="*/ 394886 w 1197318"/>
              <a:gd name="connsiteY1" fmla="*/ 59327 h 1916063"/>
              <a:gd name="connsiteX2" fmla="*/ 455557 w 1197318"/>
              <a:gd name="connsiteY2" fmla="*/ 618362 h 1916063"/>
              <a:gd name="connsiteX3" fmla="*/ 1107764 w 1197318"/>
              <a:gd name="connsiteY3" fmla="*/ 1262987 h 1916063"/>
              <a:gd name="connsiteX4" fmla="*/ 1179268 w 1197318"/>
              <a:gd name="connsiteY4" fmla="*/ 1890275 h 1916063"/>
              <a:gd name="connsiteX5" fmla="*/ 1197318 w 1197318"/>
              <a:gd name="connsiteY5" fmla="*/ 1916063 h 1916063"/>
              <a:gd name="connsiteX6" fmla="*/ 0 w 1197318"/>
              <a:gd name="connsiteY6" fmla="*/ 1654000 h 191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318" h="1916063">
                <a:moveTo>
                  <a:pt x="362021" y="0"/>
                </a:moveTo>
                <a:lnTo>
                  <a:pt x="394886" y="59327"/>
                </a:lnTo>
                <a:cubicBezTo>
                  <a:pt x="457723" y="237005"/>
                  <a:pt x="386219" y="442851"/>
                  <a:pt x="455557" y="618362"/>
                </a:cubicBezTo>
                <a:cubicBezTo>
                  <a:pt x="569314" y="908714"/>
                  <a:pt x="998341" y="971551"/>
                  <a:pt x="1107764" y="1262987"/>
                </a:cubicBezTo>
                <a:cubicBezTo>
                  <a:pt x="1182519" y="1462331"/>
                  <a:pt x="1077429" y="1702846"/>
                  <a:pt x="1179268" y="1890275"/>
                </a:cubicBezTo>
                <a:lnTo>
                  <a:pt x="1197318" y="1916063"/>
                </a:lnTo>
                <a:lnTo>
                  <a:pt x="0" y="165400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31" name="图形 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140" y="3279478"/>
            <a:ext cx="2791580" cy="2670472"/>
          </a:xfrm>
          <a:prstGeom prst="rect">
            <a:avLst/>
          </a:prstGeom>
          <a:effectLst/>
        </p:spPr>
      </p:pic>
      <p:sp>
        <p:nvSpPr>
          <p:cNvPr id="6" name="任意多边形: 形状 4"/>
          <p:cNvSpPr/>
          <p:nvPr>
            <p:custDataLst>
              <p:tags r:id="rId7"/>
            </p:custDataLst>
          </p:nvPr>
        </p:nvSpPr>
        <p:spPr>
          <a:xfrm>
            <a:off x="-10795" y="0"/>
            <a:ext cx="3538855" cy="3856355"/>
          </a:xfrm>
          <a:custGeom>
            <a:avLst/>
            <a:gdLst>
              <a:gd name="connsiteX0" fmla="*/ 0 w 6925808"/>
              <a:gd name="connsiteY0" fmla="*/ 0 h 6153664"/>
              <a:gd name="connsiteX1" fmla="*/ 6925808 w 6925808"/>
              <a:gd name="connsiteY1" fmla="*/ 0 h 6153664"/>
              <a:gd name="connsiteX2" fmla="*/ 6781613 w 6925808"/>
              <a:gd name="connsiteY2" fmla="*/ 116168 h 6153664"/>
              <a:gd name="connsiteX3" fmla="*/ 5267739 w 6925808"/>
              <a:gd name="connsiteY3" fmla="*/ 1411357 h 6153664"/>
              <a:gd name="connsiteX4" fmla="*/ 4154556 w 6925808"/>
              <a:gd name="connsiteY4" fmla="*/ 3597964 h 6153664"/>
              <a:gd name="connsiteX5" fmla="*/ 1083365 w 6925808"/>
              <a:gd name="connsiteY5" fmla="*/ 4343400 h 6153664"/>
              <a:gd name="connsiteX6" fmla="*/ 18937 w 6925808"/>
              <a:gd name="connsiteY6" fmla="*/ 6111107 h 6153664"/>
              <a:gd name="connsiteX7" fmla="*/ 0 w 6925808"/>
              <a:gd name="connsiteY7" fmla="*/ 6153664 h 615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5808" h="6153664">
                <a:moveTo>
                  <a:pt x="0" y="0"/>
                </a:moveTo>
                <a:lnTo>
                  <a:pt x="6925808" y="0"/>
                </a:lnTo>
                <a:lnTo>
                  <a:pt x="6781613" y="116168"/>
                </a:lnTo>
                <a:cubicBezTo>
                  <a:pt x="6258119" y="530405"/>
                  <a:pt x="5578958" y="1012550"/>
                  <a:pt x="5267739" y="1411357"/>
                </a:cubicBezTo>
                <a:cubicBezTo>
                  <a:pt x="4714461" y="2120348"/>
                  <a:pt x="4851952" y="3109290"/>
                  <a:pt x="4154556" y="3597964"/>
                </a:cubicBezTo>
                <a:cubicBezTo>
                  <a:pt x="3457160" y="4086638"/>
                  <a:pt x="1870213" y="3771900"/>
                  <a:pt x="1083365" y="4343400"/>
                </a:cubicBezTo>
                <a:cubicBezTo>
                  <a:pt x="640763" y="4664869"/>
                  <a:pt x="302464" y="5466968"/>
                  <a:pt x="18937" y="6111107"/>
                </a:cubicBezTo>
                <a:lnTo>
                  <a:pt x="0" y="6153664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8"/>
            </p:custDataLst>
          </p:nvPr>
        </p:nvSpPr>
        <p:spPr>
          <a:xfrm>
            <a:off x="-22225" y="0"/>
            <a:ext cx="2891155" cy="3262630"/>
          </a:xfrm>
          <a:custGeom>
            <a:avLst/>
            <a:gdLst>
              <a:gd name="connsiteX0" fmla="*/ 0 w 5438695"/>
              <a:gd name="connsiteY0" fmla="*/ 0 h 5037327"/>
              <a:gd name="connsiteX1" fmla="*/ 5438695 w 5438695"/>
              <a:gd name="connsiteY1" fmla="*/ 0 h 5037327"/>
              <a:gd name="connsiteX2" fmla="*/ 5399589 w 5438695"/>
              <a:gd name="connsiteY2" fmla="*/ 39368 h 5037327"/>
              <a:gd name="connsiteX3" fmla="*/ 4283766 w 5438695"/>
              <a:gd name="connsiteY3" fmla="*/ 1073426 h 5037327"/>
              <a:gd name="connsiteX4" fmla="*/ 3309731 w 5438695"/>
              <a:gd name="connsiteY4" fmla="*/ 3021496 h 5037327"/>
              <a:gd name="connsiteX5" fmla="*/ 1033671 w 5438695"/>
              <a:gd name="connsiteY5" fmla="*/ 4790661 h 5037327"/>
              <a:gd name="connsiteX6" fmla="*/ 226476 w 5438695"/>
              <a:gd name="connsiteY6" fmla="*/ 5017786 h 5037327"/>
              <a:gd name="connsiteX7" fmla="*/ 0 w 5438695"/>
              <a:gd name="connsiteY7" fmla="*/ 5037327 h 5037327"/>
              <a:gd name="connsiteX0-1" fmla="*/ 0 w 5438695"/>
              <a:gd name="connsiteY0-2" fmla="*/ 0 h 5037327"/>
              <a:gd name="connsiteX1-3" fmla="*/ 5438695 w 5438695"/>
              <a:gd name="connsiteY1-4" fmla="*/ 0 h 5037327"/>
              <a:gd name="connsiteX2-5" fmla="*/ 5399589 w 5438695"/>
              <a:gd name="connsiteY2-6" fmla="*/ 39368 h 5037327"/>
              <a:gd name="connsiteX3-7" fmla="*/ 4283766 w 5438695"/>
              <a:gd name="connsiteY3-8" fmla="*/ 1073426 h 5037327"/>
              <a:gd name="connsiteX4-9" fmla="*/ 3081131 w 5438695"/>
              <a:gd name="connsiteY4-10" fmla="*/ 3319670 h 5037327"/>
              <a:gd name="connsiteX5-11" fmla="*/ 1033671 w 5438695"/>
              <a:gd name="connsiteY5-12" fmla="*/ 4790661 h 5037327"/>
              <a:gd name="connsiteX6-13" fmla="*/ 226476 w 5438695"/>
              <a:gd name="connsiteY6-14" fmla="*/ 5017786 h 5037327"/>
              <a:gd name="connsiteX7-15" fmla="*/ 0 w 5438695"/>
              <a:gd name="connsiteY7-16" fmla="*/ 5037327 h 5037327"/>
              <a:gd name="connsiteX8" fmla="*/ 0 w 5438695"/>
              <a:gd name="connsiteY8" fmla="*/ 0 h 5037327"/>
              <a:gd name="connsiteX0-17" fmla="*/ 0 w 5438695"/>
              <a:gd name="connsiteY0-18" fmla="*/ 0 h 5017786"/>
              <a:gd name="connsiteX1-19" fmla="*/ 5438695 w 5438695"/>
              <a:gd name="connsiteY1-20" fmla="*/ 0 h 5017786"/>
              <a:gd name="connsiteX2-21" fmla="*/ 5399589 w 5438695"/>
              <a:gd name="connsiteY2-22" fmla="*/ 39368 h 5017786"/>
              <a:gd name="connsiteX3-23" fmla="*/ 4283766 w 5438695"/>
              <a:gd name="connsiteY3-24" fmla="*/ 1073426 h 5017786"/>
              <a:gd name="connsiteX4-25" fmla="*/ 3081131 w 5438695"/>
              <a:gd name="connsiteY4-26" fmla="*/ 3319670 h 5017786"/>
              <a:gd name="connsiteX5-27" fmla="*/ 1033671 w 5438695"/>
              <a:gd name="connsiteY5-28" fmla="*/ 4790661 h 5017786"/>
              <a:gd name="connsiteX6-29" fmla="*/ 226476 w 5438695"/>
              <a:gd name="connsiteY6-30" fmla="*/ 5017786 h 5017786"/>
              <a:gd name="connsiteX7-31" fmla="*/ 0 w 5438695"/>
              <a:gd name="connsiteY7-32" fmla="*/ 0 h 5017786"/>
              <a:gd name="connsiteX0-33" fmla="*/ 22003 w 5460698"/>
              <a:gd name="connsiteY0-34" fmla="*/ 0 h 5206629"/>
              <a:gd name="connsiteX1-35" fmla="*/ 5460698 w 5460698"/>
              <a:gd name="connsiteY1-36" fmla="*/ 0 h 5206629"/>
              <a:gd name="connsiteX2-37" fmla="*/ 5421592 w 5460698"/>
              <a:gd name="connsiteY2-38" fmla="*/ 39368 h 5206629"/>
              <a:gd name="connsiteX3-39" fmla="*/ 4305769 w 5460698"/>
              <a:gd name="connsiteY3-40" fmla="*/ 1073426 h 5206629"/>
              <a:gd name="connsiteX4-41" fmla="*/ 3103134 w 5460698"/>
              <a:gd name="connsiteY4-42" fmla="*/ 3319670 h 5206629"/>
              <a:gd name="connsiteX5-43" fmla="*/ 1055674 w 5460698"/>
              <a:gd name="connsiteY5-44" fmla="*/ 4790661 h 5206629"/>
              <a:gd name="connsiteX6-45" fmla="*/ 0 w 5460698"/>
              <a:gd name="connsiteY6-46" fmla="*/ 5206629 h 5206629"/>
              <a:gd name="connsiteX7-47" fmla="*/ 22003 w 5460698"/>
              <a:gd name="connsiteY7-48" fmla="*/ 0 h 52066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460698" h="5206629">
                <a:moveTo>
                  <a:pt x="22003" y="0"/>
                </a:moveTo>
                <a:lnTo>
                  <a:pt x="5460698" y="0"/>
                </a:lnTo>
                <a:lnTo>
                  <a:pt x="5421592" y="39368"/>
                </a:lnTo>
                <a:cubicBezTo>
                  <a:pt x="5126989" y="320227"/>
                  <a:pt x="4692179" y="526709"/>
                  <a:pt x="4305769" y="1073426"/>
                </a:cubicBezTo>
                <a:cubicBezTo>
                  <a:pt x="3919359" y="1620143"/>
                  <a:pt x="3644817" y="2700131"/>
                  <a:pt x="3103134" y="3319670"/>
                </a:cubicBezTo>
                <a:cubicBezTo>
                  <a:pt x="2561451" y="3939209"/>
                  <a:pt x="1753069" y="4487518"/>
                  <a:pt x="1055674" y="4790661"/>
                </a:cubicBezTo>
                <a:cubicBezTo>
                  <a:pt x="794151" y="4904340"/>
                  <a:pt x="266911" y="5170289"/>
                  <a:pt x="0" y="5206629"/>
                </a:cubicBezTo>
                <a:cubicBezTo>
                  <a:pt x="7334" y="3471086"/>
                  <a:pt x="14669" y="1735543"/>
                  <a:pt x="220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32" name="图形 3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5312649">
            <a:off x="3600669" y="3218923"/>
            <a:ext cx="2791580" cy="2670473"/>
          </a:xfrm>
          <a:prstGeom prst="rect">
            <a:avLst/>
          </a:prstGeom>
          <a:effectLst/>
        </p:spPr>
      </p:pic>
      <p:pic>
        <p:nvPicPr>
          <p:cNvPr id="41" name="图形 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99728" y="3279477"/>
            <a:ext cx="2791580" cy="2670472"/>
          </a:xfrm>
          <a:prstGeom prst="rect">
            <a:avLst/>
          </a:prstGeom>
          <a:effectLst/>
        </p:spPr>
      </p:pic>
      <p:pic>
        <p:nvPicPr>
          <p:cNvPr id="49" name="图形 4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5312649">
            <a:off x="8811207" y="3218923"/>
            <a:ext cx="2791579" cy="2670473"/>
          </a:xfrm>
          <a:prstGeom prst="rect">
            <a:avLst/>
          </a:prstGeom>
          <a:effectLst/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8819" b="2565"/>
          <a:stretch>
            <a:fillRect/>
          </a:stretch>
        </p:blipFill>
        <p:spPr>
          <a:xfrm>
            <a:off x="1010920" y="4992794"/>
            <a:ext cx="1589845" cy="1865206"/>
          </a:xfrm>
          <a:custGeom>
            <a:avLst/>
            <a:gdLst>
              <a:gd name="connsiteX0" fmla="*/ 0 w 1589845"/>
              <a:gd name="connsiteY0" fmla="*/ 0 h 1865206"/>
              <a:gd name="connsiteX1" fmla="*/ 1589845 w 1589845"/>
              <a:gd name="connsiteY1" fmla="*/ 0 h 1865206"/>
              <a:gd name="connsiteX2" fmla="*/ 1589845 w 1589845"/>
              <a:gd name="connsiteY2" fmla="*/ 1865206 h 1865206"/>
              <a:gd name="connsiteX3" fmla="*/ 0 w 1589845"/>
              <a:gd name="connsiteY3" fmla="*/ 1865206 h 186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9845" h="1865206">
                <a:moveTo>
                  <a:pt x="0" y="0"/>
                </a:moveTo>
                <a:lnTo>
                  <a:pt x="1589845" y="0"/>
                </a:lnTo>
                <a:lnTo>
                  <a:pt x="1589845" y="1865206"/>
                </a:lnTo>
                <a:lnTo>
                  <a:pt x="0" y="1865206"/>
                </a:lnTo>
                <a:close/>
              </a:path>
            </a:pathLst>
          </a:cu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t="12147" r="81"/>
          <a:stretch>
            <a:fillRect/>
          </a:stretch>
        </p:blipFill>
        <p:spPr>
          <a:xfrm>
            <a:off x="9350668" y="0"/>
            <a:ext cx="2850857" cy="2329848"/>
          </a:xfrm>
          <a:custGeom>
            <a:avLst/>
            <a:gdLst>
              <a:gd name="connsiteX0" fmla="*/ 0 w 2850857"/>
              <a:gd name="connsiteY0" fmla="*/ 0 h 2329848"/>
              <a:gd name="connsiteX1" fmla="*/ 2850857 w 2850857"/>
              <a:gd name="connsiteY1" fmla="*/ 0 h 2329848"/>
              <a:gd name="connsiteX2" fmla="*/ 2850857 w 2850857"/>
              <a:gd name="connsiteY2" fmla="*/ 2329848 h 2329848"/>
              <a:gd name="connsiteX3" fmla="*/ 0 w 2850857"/>
              <a:gd name="connsiteY3" fmla="*/ 2329848 h 232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57" h="2329848">
                <a:moveTo>
                  <a:pt x="0" y="0"/>
                </a:moveTo>
                <a:lnTo>
                  <a:pt x="2850857" y="0"/>
                </a:lnTo>
                <a:lnTo>
                  <a:pt x="2850857" y="2329848"/>
                </a:lnTo>
                <a:lnTo>
                  <a:pt x="0" y="2329848"/>
                </a:lnTo>
                <a:close/>
              </a:path>
            </a:pathLst>
          </a:custGeom>
        </p:spPr>
      </p:pic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accent4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9525000"/>
              <a:gd name="connsiteY0" fmla="*/ 0 h 4286250"/>
              <a:gd name="connsiteX1" fmla="*/ 9525000 w 9525000"/>
              <a:gd name="connsiteY1" fmla="*/ 0 h 4286250"/>
              <a:gd name="connsiteX2" fmla="*/ 9525000 w 9525000"/>
              <a:gd name="connsiteY2" fmla="*/ 4286250 h 4286250"/>
              <a:gd name="connsiteX3" fmla="*/ 0 w 95250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4286250">
                <a:moveTo>
                  <a:pt x="0" y="0"/>
                </a:moveTo>
                <a:lnTo>
                  <a:pt x="9525000" y="0"/>
                </a:lnTo>
                <a:lnTo>
                  <a:pt x="9525000" y="4286250"/>
                </a:lnTo>
                <a:lnTo>
                  <a:pt x="0" y="4286250"/>
                </a:lnTo>
                <a:close/>
              </a:path>
            </a:pathLst>
          </a:custGeom>
          <a:solidFill>
            <a:srgbClr val="FBF6F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134" name="图片 1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5474" b="28830"/>
          <a:stretch>
            <a:fillRect/>
          </a:stretch>
        </p:blipFill>
        <p:spPr>
          <a:xfrm>
            <a:off x="8284616" y="5070372"/>
            <a:ext cx="3907384" cy="1787628"/>
          </a:xfrm>
          <a:custGeom>
            <a:avLst/>
            <a:gdLst>
              <a:gd name="connsiteX0" fmla="*/ 0 w 3907384"/>
              <a:gd name="connsiteY0" fmla="*/ 0 h 1787628"/>
              <a:gd name="connsiteX1" fmla="*/ 3907384 w 3907384"/>
              <a:gd name="connsiteY1" fmla="*/ 0 h 1787628"/>
              <a:gd name="connsiteX2" fmla="*/ 3907384 w 3907384"/>
              <a:gd name="connsiteY2" fmla="*/ 1787628 h 1787628"/>
              <a:gd name="connsiteX3" fmla="*/ 0 w 3907384"/>
              <a:gd name="connsiteY3" fmla="*/ 1787628 h 178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7384" h="1787628">
                <a:moveTo>
                  <a:pt x="0" y="0"/>
                </a:moveTo>
                <a:lnTo>
                  <a:pt x="3907384" y="0"/>
                </a:lnTo>
                <a:lnTo>
                  <a:pt x="3907384" y="1787628"/>
                </a:lnTo>
                <a:lnTo>
                  <a:pt x="0" y="1787628"/>
                </a:lnTo>
                <a:close/>
              </a:path>
            </a:pathLst>
          </a:custGeom>
        </p:spPr>
      </p:pic>
      <p:sp>
        <p:nvSpPr>
          <p:cNvPr id="8" name="任意多边形: 形状 2"/>
          <p:cNvSpPr/>
          <p:nvPr>
            <p:custDataLst>
              <p:tags r:id="rId5"/>
            </p:custDataLst>
          </p:nvPr>
        </p:nvSpPr>
        <p:spPr>
          <a:xfrm>
            <a:off x="6378891" y="0"/>
            <a:ext cx="3867626" cy="1705242"/>
          </a:xfrm>
          <a:custGeom>
            <a:avLst/>
            <a:gdLst>
              <a:gd name="connsiteX0" fmla="*/ 0 w 3867626"/>
              <a:gd name="connsiteY0" fmla="*/ 0 h 1705242"/>
              <a:gd name="connsiteX1" fmla="*/ 3296414 w 3867626"/>
              <a:gd name="connsiteY1" fmla="*/ 0 h 1705242"/>
              <a:gd name="connsiteX2" fmla="*/ 3329332 w 3867626"/>
              <a:gd name="connsiteY2" fmla="*/ 161252 h 1705242"/>
              <a:gd name="connsiteX3" fmla="*/ 3773951 w 3867626"/>
              <a:gd name="connsiteY3" fmla="*/ 823598 h 1705242"/>
              <a:gd name="connsiteX4" fmla="*/ 3848436 w 3867626"/>
              <a:gd name="connsiteY4" fmla="*/ 862559 h 1705242"/>
              <a:gd name="connsiteX5" fmla="*/ 3866771 w 3867626"/>
              <a:gd name="connsiteY5" fmla="*/ 950795 h 1705242"/>
              <a:gd name="connsiteX6" fmla="*/ 3666234 w 3867626"/>
              <a:gd name="connsiteY6" fmla="*/ 1500840 h 1705242"/>
              <a:gd name="connsiteX7" fmla="*/ 3282348 w 3867626"/>
              <a:gd name="connsiteY7" fmla="*/ 1700231 h 1705242"/>
              <a:gd name="connsiteX8" fmla="*/ 2972948 w 3867626"/>
              <a:gd name="connsiteY8" fmla="*/ 1522613 h 1705242"/>
              <a:gd name="connsiteX9" fmla="*/ 2385088 w 3867626"/>
              <a:gd name="connsiteY9" fmla="*/ 1565012 h 1705242"/>
              <a:gd name="connsiteX10" fmla="*/ 2155903 w 3867626"/>
              <a:gd name="connsiteY10" fmla="*/ 1599390 h 1705242"/>
              <a:gd name="connsiteX11" fmla="*/ 1843064 w 3867626"/>
              <a:gd name="connsiteY11" fmla="*/ 1223526 h 1705242"/>
              <a:gd name="connsiteX12" fmla="*/ 1458033 w 3867626"/>
              <a:gd name="connsiteY12" fmla="*/ 1123831 h 1705242"/>
              <a:gd name="connsiteX13" fmla="*/ 1050083 w 3867626"/>
              <a:gd name="connsiteY13" fmla="*/ 1154770 h 1705242"/>
              <a:gd name="connsiteX14" fmla="*/ 396904 w 3867626"/>
              <a:gd name="connsiteY14" fmla="*/ 666605 h 1705242"/>
              <a:gd name="connsiteX15" fmla="*/ 10728 w 3867626"/>
              <a:gd name="connsiteY15" fmla="*/ 19157 h 170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67626" h="1705242">
                <a:moveTo>
                  <a:pt x="0" y="0"/>
                </a:moveTo>
                <a:lnTo>
                  <a:pt x="3296414" y="0"/>
                </a:lnTo>
                <a:lnTo>
                  <a:pt x="3329332" y="161252"/>
                </a:lnTo>
                <a:cubicBezTo>
                  <a:pt x="3387773" y="432836"/>
                  <a:pt x="3510388" y="733069"/>
                  <a:pt x="3773951" y="823598"/>
                </a:cubicBezTo>
                <a:cubicBezTo>
                  <a:pt x="3800307" y="832765"/>
                  <a:pt x="3830101" y="840786"/>
                  <a:pt x="3848436" y="862559"/>
                </a:cubicBezTo>
                <a:cubicBezTo>
                  <a:pt x="3867917" y="885478"/>
                  <a:pt x="3869063" y="919856"/>
                  <a:pt x="3866771" y="950795"/>
                </a:cubicBezTo>
                <a:cubicBezTo>
                  <a:pt x="3855311" y="1149041"/>
                  <a:pt x="3785411" y="1342702"/>
                  <a:pt x="3666234" y="1500840"/>
                </a:cubicBezTo>
                <a:cubicBezTo>
                  <a:pt x="3574560" y="1622308"/>
                  <a:pt x="3431319" y="1730025"/>
                  <a:pt x="3282348" y="1700231"/>
                </a:cubicBezTo>
                <a:cubicBezTo>
                  <a:pt x="3165463" y="1676167"/>
                  <a:pt x="3080665" y="1575326"/>
                  <a:pt x="2972948" y="1522613"/>
                </a:cubicBezTo>
                <a:cubicBezTo>
                  <a:pt x="2790746" y="1434376"/>
                  <a:pt x="2575312" y="1495111"/>
                  <a:pt x="2385088" y="1565012"/>
                </a:cubicBezTo>
                <a:cubicBezTo>
                  <a:pt x="2311749" y="1591369"/>
                  <a:pt x="2231534" y="1620016"/>
                  <a:pt x="2155903" y="1599390"/>
                </a:cubicBezTo>
                <a:cubicBezTo>
                  <a:pt x="1994326" y="1555845"/>
                  <a:pt x="1963387" y="1339265"/>
                  <a:pt x="1843064" y="1223526"/>
                </a:cubicBezTo>
                <a:cubicBezTo>
                  <a:pt x="1744514" y="1128414"/>
                  <a:pt x="1594399" y="1112371"/>
                  <a:pt x="1458033" y="1123831"/>
                </a:cubicBezTo>
                <a:cubicBezTo>
                  <a:pt x="1321668" y="1135290"/>
                  <a:pt x="1186449" y="1169668"/>
                  <a:pt x="1050083" y="1154770"/>
                </a:cubicBezTo>
                <a:cubicBezTo>
                  <a:pt x="770477" y="1124976"/>
                  <a:pt x="553897" y="900374"/>
                  <a:pt x="396904" y="666605"/>
                </a:cubicBezTo>
                <a:cubicBezTo>
                  <a:pt x="257101" y="459193"/>
                  <a:pt x="135633" y="235736"/>
                  <a:pt x="10728" y="19157"/>
                </a:cubicBezTo>
                <a:close/>
              </a:path>
            </a:pathLst>
          </a:custGeom>
          <a:solidFill>
            <a:srgbClr val="F0D9D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/>
          </a:p>
        </p:txBody>
      </p:sp>
      <p:sp>
        <p:nvSpPr>
          <p:cNvPr id="9" name="任意多边形: 形状 5"/>
          <p:cNvSpPr/>
          <p:nvPr>
            <p:custDataLst>
              <p:tags r:id="rId6"/>
            </p:custDataLst>
          </p:nvPr>
        </p:nvSpPr>
        <p:spPr>
          <a:xfrm>
            <a:off x="7472480" y="0"/>
            <a:ext cx="4719520" cy="2279147"/>
          </a:xfrm>
          <a:custGeom>
            <a:avLst/>
            <a:gdLst>
              <a:gd name="connsiteX0" fmla="*/ 0 w 4719520"/>
              <a:gd name="connsiteY0" fmla="*/ 0 h 2279147"/>
              <a:gd name="connsiteX1" fmla="*/ 4719520 w 4719520"/>
              <a:gd name="connsiteY1" fmla="*/ 0 h 2279147"/>
              <a:gd name="connsiteX2" fmla="*/ 4719520 w 4719520"/>
              <a:gd name="connsiteY2" fmla="*/ 1989223 h 2279147"/>
              <a:gd name="connsiteX3" fmla="*/ 4670845 w 4719520"/>
              <a:gd name="connsiteY3" fmla="*/ 2013777 h 2279147"/>
              <a:gd name="connsiteX4" fmla="*/ 4606416 w 4719520"/>
              <a:gd name="connsiteY4" fmla="*/ 2029162 h 2279147"/>
              <a:gd name="connsiteX5" fmla="*/ 4182423 w 4719520"/>
              <a:gd name="connsiteY5" fmla="*/ 1959260 h 2279147"/>
              <a:gd name="connsiteX6" fmla="*/ 3923444 w 4719520"/>
              <a:gd name="connsiteY6" fmla="*/ 2048642 h 2279147"/>
              <a:gd name="connsiteX7" fmla="*/ 3465073 w 4719520"/>
              <a:gd name="connsiteY7" fmla="*/ 2229699 h 2279147"/>
              <a:gd name="connsiteX8" fmla="*/ 3037642 w 4719520"/>
              <a:gd name="connsiteY8" fmla="*/ 2246888 h 2279147"/>
              <a:gd name="connsiteX9" fmla="*/ 2591876 w 4719520"/>
              <a:gd name="connsiteY9" fmla="*/ 1875608 h 2279147"/>
              <a:gd name="connsiteX10" fmla="*/ 2100273 w 4719520"/>
              <a:gd name="connsiteY10" fmla="*/ 1835500 h 2279147"/>
              <a:gd name="connsiteX11" fmla="*/ 1740452 w 4719520"/>
              <a:gd name="connsiteY11" fmla="*/ 1429842 h 2279147"/>
              <a:gd name="connsiteX12" fmla="*/ 1410425 w 4719520"/>
              <a:gd name="connsiteY12" fmla="*/ 992098 h 2279147"/>
              <a:gd name="connsiteX13" fmla="*/ 718286 w 4719520"/>
              <a:gd name="connsiteY13" fmla="*/ 943969 h 2279147"/>
              <a:gd name="connsiteX14" fmla="*/ 128134 w 4719520"/>
              <a:gd name="connsiteY14" fmla="*/ 321731 h 2279147"/>
              <a:gd name="connsiteX15" fmla="*/ 4803 w 4719520"/>
              <a:gd name="connsiteY15" fmla="*/ 10898 h 22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19520" h="2279147">
                <a:moveTo>
                  <a:pt x="0" y="0"/>
                </a:moveTo>
                <a:lnTo>
                  <a:pt x="4719520" y="0"/>
                </a:lnTo>
                <a:lnTo>
                  <a:pt x="4719520" y="1989223"/>
                </a:lnTo>
                <a:lnTo>
                  <a:pt x="4670845" y="2013777"/>
                </a:lnTo>
                <a:cubicBezTo>
                  <a:pt x="4650409" y="2021338"/>
                  <a:pt x="4628905" y="2026584"/>
                  <a:pt x="4606416" y="2029162"/>
                </a:cubicBezTo>
                <a:cubicBezTo>
                  <a:pt x="4463174" y="2045205"/>
                  <a:pt x="4326810" y="1952384"/>
                  <a:pt x="4182423" y="1959260"/>
                </a:cubicBezTo>
                <a:cubicBezTo>
                  <a:pt x="4090749" y="1963844"/>
                  <a:pt x="4005950" y="2008535"/>
                  <a:pt x="3923444" y="2048642"/>
                </a:cubicBezTo>
                <a:cubicBezTo>
                  <a:pt x="3775618" y="2120836"/>
                  <a:pt x="3622064" y="2180425"/>
                  <a:pt x="3465073" y="2229699"/>
                </a:cubicBezTo>
                <a:cubicBezTo>
                  <a:pt x="3326416" y="2273244"/>
                  <a:pt x="3170569" y="2306477"/>
                  <a:pt x="3037642" y="2246888"/>
                </a:cubicBezTo>
                <a:cubicBezTo>
                  <a:pt x="2858877" y="2167819"/>
                  <a:pt x="2774078" y="1945509"/>
                  <a:pt x="2591876" y="1875608"/>
                </a:cubicBezTo>
                <a:cubicBezTo>
                  <a:pt x="2437176" y="1816020"/>
                  <a:pt x="2258411" y="1883629"/>
                  <a:pt x="2100273" y="1835500"/>
                </a:cubicBezTo>
                <a:cubicBezTo>
                  <a:pt x="1921509" y="1781642"/>
                  <a:pt x="1818375" y="1599439"/>
                  <a:pt x="1740452" y="1429842"/>
                </a:cubicBezTo>
                <a:cubicBezTo>
                  <a:pt x="1661384" y="1260245"/>
                  <a:pt x="1577731" y="1074604"/>
                  <a:pt x="1410425" y="992098"/>
                </a:cubicBezTo>
                <a:cubicBezTo>
                  <a:pt x="1200721" y="890111"/>
                  <a:pt x="946326" y="992098"/>
                  <a:pt x="718286" y="943969"/>
                </a:cubicBezTo>
                <a:cubicBezTo>
                  <a:pt x="426075" y="883235"/>
                  <a:pt x="241580" y="597899"/>
                  <a:pt x="128134" y="321731"/>
                </a:cubicBezTo>
                <a:cubicBezTo>
                  <a:pt x="85735" y="218024"/>
                  <a:pt x="47060" y="113458"/>
                  <a:pt x="4803" y="10898"/>
                </a:cubicBezTo>
                <a:close/>
              </a:path>
            </a:pathLst>
          </a:custGeom>
          <a:solidFill>
            <a:srgbClr val="CAB29A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25131" r="10039"/>
          <a:stretch>
            <a:fillRect/>
          </a:stretch>
        </p:blipFill>
        <p:spPr>
          <a:xfrm>
            <a:off x="8725810" y="0"/>
            <a:ext cx="3466190" cy="3281810"/>
          </a:xfrm>
          <a:custGeom>
            <a:avLst/>
            <a:gdLst>
              <a:gd name="connsiteX0" fmla="*/ 0 w 3466190"/>
              <a:gd name="connsiteY0" fmla="*/ 0 h 3281810"/>
              <a:gd name="connsiteX1" fmla="*/ 3466190 w 3466190"/>
              <a:gd name="connsiteY1" fmla="*/ 0 h 3281810"/>
              <a:gd name="connsiteX2" fmla="*/ 3466190 w 3466190"/>
              <a:gd name="connsiteY2" fmla="*/ 3281810 h 3281810"/>
              <a:gd name="connsiteX3" fmla="*/ 0 w 3466190"/>
              <a:gd name="connsiteY3" fmla="*/ 3281810 h 328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6190" h="3281810">
                <a:moveTo>
                  <a:pt x="0" y="0"/>
                </a:moveTo>
                <a:lnTo>
                  <a:pt x="3466190" y="0"/>
                </a:lnTo>
                <a:lnTo>
                  <a:pt x="3466190" y="3281810"/>
                </a:lnTo>
                <a:lnTo>
                  <a:pt x="0" y="3281810"/>
                </a:lnTo>
                <a:close/>
              </a:path>
            </a:pathLst>
          </a:custGeom>
        </p:spPr>
      </p:pic>
      <p:pic>
        <p:nvPicPr>
          <p:cNvPr id="63" name="VCG41N142380466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23134" r="5783"/>
          <a:stretch>
            <a:fillRect/>
          </a:stretch>
        </p:blipFill>
        <p:spPr>
          <a:xfrm>
            <a:off x="9791020" y="0"/>
            <a:ext cx="2400980" cy="2628934"/>
          </a:xfrm>
          <a:custGeom>
            <a:avLst/>
            <a:gdLst>
              <a:gd name="connsiteX0" fmla="*/ 0 w 2400980"/>
              <a:gd name="connsiteY0" fmla="*/ 0 h 2628934"/>
              <a:gd name="connsiteX1" fmla="*/ 2400980 w 2400980"/>
              <a:gd name="connsiteY1" fmla="*/ 0 h 2628934"/>
              <a:gd name="connsiteX2" fmla="*/ 2400980 w 2400980"/>
              <a:gd name="connsiteY2" fmla="*/ 2628934 h 2628934"/>
              <a:gd name="connsiteX3" fmla="*/ 0 w 2400980"/>
              <a:gd name="connsiteY3" fmla="*/ 2628934 h 262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980" h="2628934">
                <a:moveTo>
                  <a:pt x="0" y="0"/>
                </a:moveTo>
                <a:lnTo>
                  <a:pt x="2400980" y="0"/>
                </a:lnTo>
                <a:lnTo>
                  <a:pt x="2400980" y="2628934"/>
                </a:lnTo>
                <a:lnTo>
                  <a:pt x="0" y="2628934"/>
                </a:lnTo>
                <a:close/>
              </a:path>
            </a:pathLst>
          </a:custGeom>
        </p:spPr>
      </p:pic>
      <p:pic>
        <p:nvPicPr>
          <p:cNvPr id="66" name="图片 6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4367" t="45754"/>
          <a:stretch>
            <a:fillRect/>
          </a:stretch>
        </p:blipFill>
        <p:spPr>
          <a:xfrm>
            <a:off x="1" y="0"/>
            <a:ext cx="3852811" cy="1018588"/>
          </a:xfrm>
          <a:custGeom>
            <a:avLst/>
            <a:gdLst>
              <a:gd name="connsiteX0" fmla="*/ 0 w 3852811"/>
              <a:gd name="connsiteY0" fmla="*/ 0 h 1018588"/>
              <a:gd name="connsiteX1" fmla="*/ 3852811 w 3852811"/>
              <a:gd name="connsiteY1" fmla="*/ 0 h 1018588"/>
              <a:gd name="connsiteX2" fmla="*/ 3852811 w 3852811"/>
              <a:gd name="connsiteY2" fmla="*/ 1018588 h 1018588"/>
              <a:gd name="connsiteX3" fmla="*/ 0 w 3852811"/>
              <a:gd name="connsiteY3" fmla="*/ 1018588 h 101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2811" h="1018588">
                <a:moveTo>
                  <a:pt x="0" y="0"/>
                </a:moveTo>
                <a:lnTo>
                  <a:pt x="3852811" y="0"/>
                </a:lnTo>
                <a:lnTo>
                  <a:pt x="3852811" y="1018588"/>
                </a:lnTo>
                <a:lnTo>
                  <a:pt x="0" y="1018588"/>
                </a:lnTo>
                <a:close/>
              </a:path>
            </a:pathLst>
          </a:custGeom>
        </p:spPr>
      </p:pic>
      <p:pic>
        <p:nvPicPr>
          <p:cNvPr id="72" name="图片 7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4071"/>
          <a:stretch>
            <a:fillRect/>
          </a:stretch>
        </p:blipFill>
        <p:spPr>
          <a:xfrm>
            <a:off x="955806" y="0"/>
            <a:ext cx="2511770" cy="1262526"/>
          </a:xfrm>
          <a:custGeom>
            <a:avLst/>
            <a:gdLst>
              <a:gd name="connsiteX0" fmla="*/ 0 w 2511770"/>
              <a:gd name="connsiteY0" fmla="*/ 0 h 1262526"/>
              <a:gd name="connsiteX1" fmla="*/ 2511770 w 2511770"/>
              <a:gd name="connsiteY1" fmla="*/ 0 h 1262526"/>
              <a:gd name="connsiteX2" fmla="*/ 2511770 w 2511770"/>
              <a:gd name="connsiteY2" fmla="*/ 1262526 h 1262526"/>
              <a:gd name="connsiteX3" fmla="*/ 0 w 2511770"/>
              <a:gd name="connsiteY3" fmla="*/ 1262526 h 126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1770" h="1262526">
                <a:moveTo>
                  <a:pt x="0" y="0"/>
                </a:moveTo>
                <a:lnTo>
                  <a:pt x="2511770" y="0"/>
                </a:lnTo>
                <a:lnTo>
                  <a:pt x="2511770" y="1262526"/>
                </a:lnTo>
                <a:lnTo>
                  <a:pt x="0" y="1262526"/>
                </a:lnTo>
                <a:close/>
              </a:path>
            </a:pathLst>
          </a:custGeom>
        </p:spPr>
      </p:pic>
      <p:pic>
        <p:nvPicPr>
          <p:cNvPr id="114" name="图片 1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22119" b="6173"/>
          <a:stretch>
            <a:fillRect/>
          </a:stretch>
        </p:blipFill>
        <p:spPr>
          <a:xfrm>
            <a:off x="0" y="3179908"/>
            <a:ext cx="2298050" cy="3678092"/>
          </a:xfrm>
          <a:custGeom>
            <a:avLst/>
            <a:gdLst>
              <a:gd name="connsiteX0" fmla="*/ 0 w 2298050"/>
              <a:gd name="connsiteY0" fmla="*/ 0 h 3678092"/>
              <a:gd name="connsiteX1" fmla="*/ 2298050 w 2298050"/>
              <a:gd name="connsiteY1" fmla="*/ 0 h 3678092"/>
              <a:gd name="connsiteX2" fmla="*/ 2298050 w 2298050"/>
              <a:gd name="connsiteY2" fmla="*/ 3678092 h 3678092"/>
              <a:gd name="connsiteX3" fmla="*/ 0 w 2298050"/>
              <a:gd name="connsiteY3" fmla="*/ 3678092 h 3678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8050" h="3678092">
                <a:moveTo>
                  <a:pt x="0" y="0"/>
                </a:moveTo>
                <a:lnTo>
                  <a:pt x="2298050" y="0"/>
                </a:lnTo>
                <a:lnTo>
                  <a:pt x="2298050" y="3678092"/>
                </a:lnTo>
                <a:lnTo>
                  <a:pt x="0" y="3678092"/>
                </a:lnTo>
                <a:close/>
              </a:path>
            </a:pathLst>
          </a:custGeom>
        </p:spPr>
      </p:pic>
      <p:pic>
        <p:nvPicPr>
          <p:cNvPr id="126" name="图片 12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731" y="3907280"/>
            <a:ext cx="2810500" cy="2950720"/>
          </a:xfrm>
          <a:custGeom>
            <a:avLst/>
            <a:gdLst>
              <a:gd name="connsiteX0" fmla="*/ 0 w 2810500"/>
              <a:gd name="connsiteY0" fmla="*/ 0 h 2950720"/>
              <a:gd name="connsiteX1" fmla="*/ 2810500 w 2810500"/>
              <a:gd name="connsiteY1" fmla="*/ 0 h 2950720"/>
              <a:gd name="connsiteX2" fmla="*/ 2810500 w 2810500"/>
              <a:gd name="connsiteY2" fmla="*/ 2950720 h 2950720"/>
              <a:gd name="connsiteX3" fmla="*/ 0 w 2810500"/>
              <a:gd name="connsiteY3" fmla="*/ 2950720 h 2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0500" h="2950720">
                <a:moveTo>
                  <a:pt x="0" y="0"/>
                </a:moveTo>
                <a:lnTo>
                  <a:pt x="2810500" y="0"/>
                </a:lnTo>
                <a:lnTo>
                  <a:pt x="2810500" y="2950720"/>
                </a:lnTo>
                <a:lnTo>
                  <a:pt x="0" y="2950720"/>
                </a:lnTo>
                <a:close/>
              </a:path>
            </a:pathLst>
          </a:custGeom>
        </p:spPr>
      </p:pic>
      <p:pic>
        <p:nvPicPr>
          <p:cNvPr id="127" name="图片 12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340960" y="4992794"/>
            <a:ext cx="1743607" cy="1914310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17209" y="1712133"/>
            <a:ext cx="1194920" cy="1127858"/>
          </a:xfrm>
          <a:prstGeom prst="rect">
            <a:avLst/>
          </a:prstGeom>
        </p:spPr>
      </p:pic>
      <p:pic>
        <p:nvPicPr>
          <p:cNvPr id="131" name="图片 13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 b="70"/>
          <a:stretch>
            <a:fillRect/>
          </a:stretch>
        </p:blipFill>
        <p:spPr>
          <a:xfrm>
            <a:off x="9506284" y="4579504"/>
            <a:ext cx="1865538" cy="2278496"/>
          </a:xfrm>
          <a:custGeom>
            <a:avLst/>
            <a:gdLst>
              <a:gd name="connsiteX0" fmla="*/ 0 w 1865538"/>
              <a:gd name="connsiteY0" fmla="*/ 0 h 2278496"/>
              <a:gd name="connsiteX1" fmla="*/ 1865538 w 1865538"/>
              <a:gd name="connsiteY1" fmla="*/ 0 h 2278496"/>
              <a:gd name="connsiteX2" fmla="*/ 1865538 w 1865538"/>
              <a:gd name="connsiteY2" fmla="*/ 2278496 h 2278496"/>
              <a:gd name="connsiteX3" fmla="*/ 0 w 1865538"/>
              <a:gd name="connsiteY3" fmla="*/ 2278496 h 22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5538" h="2278496">
                <a:moveTo>
                  <a:pt x="0" y="0"/>
                </a:moveTo>
                <a:lnTo>
                  <a:pt x="1865538" y="0"/>
                </a:lnTo>
                <a:lnTo>
                  <a:pt x="1865538" y="2278496"/>
                </a:lnTo>
                <a:lnTo>
                  <a:pt x="0" y="2278496"/>
                </a:lnTo>
                <a:close/>
              </a:path>
            </a:pathLst>
          </a:custGeom>
        </p:spPr>
      </p:pic>
      <p:pic>
        <p:nvPicPr>
          <p:cNvPr id="135" name="图片 134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31" y="3870403"/>
            <a:ext cx="2566638" cy="296291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17827585" hasCustomPrompt="1"/>
            <p:custDataLst>
              <p:tags r:id="rId27"/>
            </p:custDataLst>
          </p:nvPr>
        </p:nvSpPr>
        <p:spPr>
          <a:xfrm>
            <a:off x="2145771" y="1962150"/>
            <a:ext cx="7875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 sz="2400" b="1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4" name="Title 13"/>
          <p:cNvSpPr>
            <a:spLocks noGrp="1"/>
          </p:cNvSpPr>
          <p:nvPr>
            <p:ph type="ctrTitle" idx="17826049" hasCustomPrompt="1"/>
            <p:custDataLst>
              <p:tags r:id="rId28"/>
            </p:custDataLst>
          </p:nvPr>
        </p:nvSpPr>
        <p:spPr>
          <a:xfrm>
            <a:off x="1903677" y="2520950"/>
            <a:ext cx="8384646" cy="187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单击此处添加文档标题</a:t>
            </a:r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18875650" hasCustomPrompt="1"/>
            <p:custDataLst>
              <p:tags r:id="rId29"/>
            </p:custDataLst>
          </p:nvPr>
        </p:nvSpPr>
        <p:spPr>
          <a:xfrm>
            <a:off x="4813300" y="4809490"/>
            <a:ext cx="2357755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lIns="0" tIns="0" rIns="0" bIns="0" anchor="ctr"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9525000"/>
              <a:gd name="connsiteY0" fmla="*/ 0 h 4286250"/>
              <a:gd name="connsiteX1" fmla="*/ 9525000 w 9525000"/>
              <a:gd name="connsiteY1" fmla="*/ 0 h 4286250"/>
              <a:gd name="connsiteX2" fmla="*/ 9525000 w 9525000"/>
              <a:gd name="connsiteY2" fmla="*/ 4286250 h 4286250"/>
              <a:gd name="connsiteX3" fmla="*/ 0 w 95250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4286250">
                <a:moveTo>
                  <a:pt x="0" y="0"/>
                </a:moveTo>
                <a:lnTo>
                  <a:pt x="9525000" y="0"/>
                </a:lnTo>
                <a:lnTo>
                  <a:pt x="9525000" y="4286250"/>
                </a:lnTo>
                <a:lnTo>
                  <a:pt x="0" y="4286250"/>
                </a:lnTo>
                <a:close/>
              </a:path>
            </a:pathLst>
          </a:custGeom>
          <a:solidFill>
            <a:srgbClr val="FBF6F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114" name="图片 1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2119" b="6173"/>
          <a:stretch>
            <a:fillRect/>
          </a:stretch>
        </p:blipFill>
        <p:spPr>
          <a:xfrm flipH="1">
            <a:off x="9893935" y="3179908"/>
            <a:ext cx="2298050" cy="3678092"/>
          </a:xfrm>
          <a:custGeom>
            <a:avLst/>
            <a:gdLst>
              <a:gd name="connsiteX0" fmla="*/ 0 w 2298050"/>
              <a:gd name="connsiteY0" fmla="*/ 0 h 3678092"/>
              <a:gd name="connsiteX1" fmla="*/ 2298050 w 2298050"/>
              <a:gd name="connsiteY1" fmla="*/ 0 h 3678092"/>
              <a:gd name="connsiteX2" fmla="*/ 2298050 w 2298050"/>
              <a:gd name="connsiteY2" fmla="*/ 3678092 h 3678092"/>
              <a:gd name="connsiteX3" fmla="*/ 0 w 2298050"/>
              <a:gd name="connsiteY3" fmla="*/ 3678092 h 3678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8050" h="3678092">
                <a:moveTo>
                  <a:pt x="0" y="0"/>
                </a:moveTo>
                <a:lnTo>
                  <a:pt x="2298050" y="0"/>
                </a:lnTo>
                <a:lnTo>
                  <a:pt x="2298050" y="3678092"/>
                </a:lnTo>
                <a:lnTo>
                  <a:pt x="0" y="3678092"/>
                </a:lnTo>
                <a:close/>
              </a:path>
            </a:pathLst>
          </a:custGeom>
        </p:spPr>
      </p:pic>
      <p:pic>
        <p:nvPicPr>
          <p:cNvPr id="126" name="图片 1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 flipH="1">
            <a:off x="9382856" y="3907280"/>
            <a:ext cx="2810500" cy="2950720"/>
          </a:xfrm>
          <a:custGeom>
            <a:avLst/>
            <a:gdLst>
              <a:gd name="connsiteX0" fmla="*/ 0 w 2810500"/>
              <a:gd name="connsiteY0" fmla="*/ 0 h 2950720"/>
              <a:gd name="connsiteX1" fmla="*/ 2810500 w 2810500"/>
              <a:gd name="connsiteY1" fmla="*/ 0 h 2950720"/>
              <a:gd name="connsiteX2" fmla="*/ 2810500 w 2810500"/>
              <a:gd name="connsiteY2" fmla="*/ 2950720 h 2950720"/>
              <a:gd name="connsiteX3" fmla="*/ 0 w 2810500"/>
              <a:gd name="connsiteY3" fmla="*/ 2950720 h 2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0500" h="2950720">
                <a:moveTo>
                  <a:pt x="0" y="0"/>
                </a:moveTo>
                <a:lnTo>
                  <a:pt x="2810500" y="0"/>
                </a:lnTo>
                <a:lnTo>
                  <a:pt x="2810500" y="2950720"/>
                </a:lnTo>
                <a:lnTo>
                  <a:pt x="0" y="2950720"/>
                </a:lnTo>
                <a:close/>
              </a:path>
            </a:pathLst>
          </a:cu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flipH="1">
            <a:off x="9555223" y="3907233"/>
            <a:ext cx="2566638" cy="2962913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ctrTitle" idx="17826049" hasCustomPrompt="1"/>
            <p:custDataLst>
              <p:tags r:id="rId9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7826561" hasCustomPrompt="1"/>
            <p:custDataLst>
              <p:tags r:id="rId10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1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6" name="任意多边形: 形状 4"/>
          <p:cNvSpPr/>
          <p:nvPr>
            <p:custDataLst>
              <p:tags r:id="rId11"/>
            </p:custDataLst>
          </p:nvPr>
        </p:nvSpPr>
        <p:spPr>
          <a:xfrm>
            <a:off x="-10795" y="0"/>
            <a:ext cx="3538855" cy="3856355"/>
          </a:xfrm>
          <a:custGeom>
            <a:avLst/>
            <a:gdLst>
              <a:gd name="connsiteX0" fmla="*/ 0 w 6925808"/>
              <a:gd name="connsiteY0" fmla="*/ 0 h 6153664"/>
              <a:gd name="connsiteX1" fmla="*/ 6925808 w 6925808"/>
              <a:gd name="connsiteY1" fmla="*/ 0 h 6153664"/>
              <a:gd name="connsiteX2" fmla="*/ 6781613 w 6925808"/>
              <a:gd name="connsiteY2" fmla="*/ 116168 h 6153664"/>
              <a:gd name="connsiteX3" fmla="*/ 5267739 w 6925808"/>
              <a:gd name="connsiteY3" fmla="*/ 1411357 h 6153664"/>
              <a:gd name="connsiteX4" fmla="*/ 4154556 w 6925808"/>
              <a:gd name="connsiteY4" fmla="*/ 3597964 h 6153664"/>
              <a:gd name="connsiteX5" fmla="*/ 1083365 w 6925808"/>
              <a:gd name="connsiteY5" fmla="*/ 4343400 h 6153664"/>
              <a:gd name="connsiteX6" fmla="*/ 18937 w 6925808"/>
              <a:gd name="connsiteY6" fmla="*/ 6111107 h 6153664"/>
              <a:gd name="connsiteX7" fmla="*/ 0 w 6925808"/>
              <a:gd name="connsiteY7" fmla="*/ 6153664 h 615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5808" h="6153664">
                <a:moveTo>
                  <a:pt x="0" y="0"/>
                </a:moveTo>
                <a:lnTo>
                  <a:pt x="6925808" y="0"/>
                </a:lnTo>
                <a:lnTo>
                  <a:pt x="6781613" y="116168"/>
                </a:lnTo>
                <a:cubicBezTo>
                  <a:pt x="6258119" y="530405"/>
                  <a:pt x="5578958" y="1012550"/>
                  <a:pt x="5267739" y="1411357"/>
                </a:cubicBezTo>
                <a:cubicBezTo>
                  <a:pt x="4714461" y="2120348"/>
                  <a:pt x="4851952" y="3109290"/>
                  <a:pt x="4154556" y="3597964"/>
                </a:cubicBezTo>
                <a:cubicBezTo>
                  <a:pt x="3457160" y="4086638"/>
                  <a:pt x="1870213" y="3771900"/>
                  <a:pt x="1083365" y="4343400"/>
                </a:cubicBezTo>
                <a:cubicBezTo>
                  <a:pt x="640763" y="4664869"/>
                  <a:pt x="302464" y="5466968"/>
                  <a:pt x="18937" y="6111107"/>
                </a:cubicBezTo>
                <a:lnTo>
                  <a:pt x="0" y="6153664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" name="任意多边形: 形状 13"/>
          <p:cNvSpPr/>
          <p:nvPr>
            <p:custDataLst>
              <p:tags r:id="rId12"/>
            </p:custDataLst>
          </p:nvPr>
        </p:nvSpPr>
        <p:spPr>
          <a:xfrm>
            <a:off x="-22225" y="0"/>
            <a:ext cx="2891155" cy="3262630"/>
          </a:xfrm>
          <a:custGeom>
            <a:avLst/>
            <a:gdLst>
              <a:gd name="connsiteX0" fmla="*/ 0 w 5438695"/>
              <a:gd name="connsiteY0" fmla="*/ 0 h 5037327"/>
              <a:gd name="connsiteX1" fmla="*/ 5438695 w 5438695"/>
              <a:gd name="connsiteY1" fmla="*/ 0 h 5037327"/>
              <a:gd name="connsiteX2" fmla="*/ 5399589 w 5438695"/>
              <a:gd name="connsiteY2" fmla="*/ 39368 h 5037327"/>
              <a:gd name="connsiteX3" fmla="*/ 4283766 w 5438695"/>
              <a:gd name="connsiteY3" fmla="*/ 1073426 h 5037327"/>
              <a:gd name="connsiteX4" fmla="*/ 3309731 w 5438695"/>
              <a:gd name="connsiteY4" fmla="*/ 3021496 h 5037327"/>
              <a:gd name="connsiteX5" fmla="*/ 1033671 w 5438695"/>
              <a:gd name="connsiteY5" fmla="*/ 4790661 h 5037327"/>
              <a:gd name="connsiteX6" fmla="*/ 226476 w 5438695"/>
              <a:gd name="connsiteY6" fmla="*/ 5017786 h 5037327"/>
              <a:gd name="connsiteX7" fmla="*/ 0 w 5438695"/>
              <a:gd name="connsiteY7" fmla="*/ 5037327 h 5037327"/>
              <a:gd name="connsiteX0-1" fmla="*/ 0 w 5438695"/>
              <a:gd name="connsiteY0-2" fmla="*/ 0 h 5037327"/>
              <a:gd name="connsiteX1-3" fmla="*/ 5438695 w 5438695"/>
              <a:gd name="connsiteY1-4" fmla="*/ 0 h 5037327"/>
              <a:gd name="connsiteX2-5" fmla="*/ 5399589 w 5438695"/>
              <a:gd name="connsiteY2-6" fmla="*/ 39368 h 5037327"/>
              <a:gd name="connsiteX3-7" fmla="*/ 4283766 w 5438695"/>
              <a:gd name="connsiteY3-8" fmla="*/ 1073426 h 5037327"/>
              <a:gd name="connsiteX4-9" fmla="*/ 3081131 w 5438695"/>
              <a:gd name="connsiteY4-10" fmla="*/ 3319670 h 5037327"/>
              <a:gd name="connsiteX5-11" fmla="*/ 1033671 w 5438695"/>
              <a:gd name="connsiteY5-12" fmla="*/ 4790661 h 5037327"/>
              <a:gd name="connsiteX6-13" fmla="*/ 226476 w 5438695"/>
              <a:gd name="connsiteY6-14" fmla="*/ 5017786 h 5037327"/>
              <a:gd name="connsiteX7-15" fmla="*/ 0 w 5438695"/>
              <a:gd name="connsiteY7-16" fmla="*/ 5037327 h 5037327"/>
              <a:gd name="connsiteX8" fmla="*/ 0 w 5438695"/>
              <a:gd name="connsiteY8" fmla="*/ 0 h 5037327"/>
              <a:gd name="connsiteX0-17" fmla="*/ 0 w 5438695"/>
              <a:gd name="connsiteY0-18" fmla="*/ 0 h 5017786"/>
              <a:gd name="connsiteX1-19" fmla="*/ 5438695 w 5438695"/>
              <a:gd name="connsiteY1-20" fmla="*/ 0 h 5017786"/>
              <a:gd name="connsiteX2-21" fmla="*/ 5399589 w 5438695"/>
              <a:gd name="connsiteY2-22" fmla="*/ 39368 h 5017786"/>
              <a:gd name="connsiteX3-23" fmla="*/ 4283766 w 5438695"/>
              <a:gd name="connsiteY3-24" fmla="*/ 1073426 h 5017786"/>
              <a:gd name="connsiteX4-25" fmla="*/ 3081131 w 5438695"/>
              <a:gd name="connsiteY4-26" fmla="*/ 3319670 h 5017786"/>
              <a:gd name="connsiteX5-27" fmla="*/ 1033671 w 5438695"/>
              <a:gd name="connsiteY5-28" fmla="*/ 4790661 h 5017786"/>
              <a:gd name="connsiteX6-29" fmla="*/ 226476 w 5438695"/>
              <a:gd name="connsiteY6-30" fmla="*/ 5017786 h 5017786"/>
              <a:gd name="connsiteX7-31" fmla="*/ 0 w 5438695"/>
              <a:gd name="connsiteY7-32" fmla="*/ 0 h 5017786"/>
              <a:gd name="connsiteX0-33" fmla="*/ 22003 w 5460698"/>
              <a:gd name="connsiteY0-34" fmla="*/ 0 h 5206629"/>
              <a:gd name="connsiteX1-35" fmla="*/ 5460698 w 5460698"/>
              <a:gd name="connsiteY1-36" fmla="*/ 0 h 5206629"/>
              <a:gd name="connsiteX2-37" fmla="*/ 5421592 w 5460698"/>
              <a:gd name="connsiteY2-38" fmla="*/ 39368 h 5206629"/>
              <a:gd name="connsiteX3-39" fmla="*/ 4305769 w 5460698"/>
              <a:gd name="connsiteY3-40" fmla="*/ 1073426 h 5206629"/>
              <a:gd name="connsiteX4-41" fmla="*/ 3103134 w 5460698"/>
              <a:gd name="connsiteY4-42" fmla="*/ 3319670 h 5206629"/>
              <a:gd name="connsiteX5-43" fmla="*/ 1055674 w 5460698"/>
              <a:gd name="connsiteY5-44" fmla="*/ 4790661 h 5206629"/>
              <a:gd name="connsiteX6-45" fmla="*/ 0 w 5460698"/>
              <a:gd name="connsiteY6-46" fmla="*/ 5206629 h 5206629"/>
              <a:gd name="connsiteX7-47" fmla="*/ 22003 w 5460698"/>
              <a:gd name="connsiteY7-48" fmla="*/ 0 h 52066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460698" h="5206629">
                <a:moveTo>
                  <a:pt x="22003" y="0"/>
                </a:moveTo>
                <a:lnTo>
                  <a:pt x="5460698" y="0"/>
                </a:lnTo>
                <a:lnTo>
                  <a:pt x="5421592" y="39368"/>
                </a:lnTo>
                <a:cubicBezTo>
                  <a:pt x="5126989" y="320227"/>
                  <a:pt x="4692179" y="526709"/>
                  <a:pt x="4305769" y="1073426"/>
                </a:cubicBezTo>
                <a:cubicBezTo>
                  <a:pt x="3919359" y="1620143"/>
                  <a:pt x="3644817" y="2700131"/>
                  <a:pt x="3103134" y="3319670"/>
                </a:cubicBezTo>
                <a:cubicBezTo>
                  <a:pt x="2561451" y="3939209"/>
                  <a:pt x="1753069" y="4487518"/>
                  <a:pt x="1055674" y="4790661"/>
                </a:cubicBezTo>
                <a:cubicBezTo>
                  <a:pt x="794151" y="4904340"/>
                  <a:pt x="266911" y="5170289"/>
                  <a:pt x="0" y="5206629"/>
                </a:cubicBezTo>
                <a:cubicBezTo>
                  <a:pt x="7334" y="3471086"/>
                  <a:pt x="14669" y="1735543"/>
                  <a:pt x="220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2147" r="81"/>
          <a:stretch>
            <a:fillRect/>
          </a:stretch>
        </p:blipFill>
        <p:spPr>
          <a:xfrm>
            <a:off x="9350668" y="0"/>
            <a:ext cx="2850857" cy="2329848"/>
          </a:xfrm>
          <a:custGeom>
            <a:avLst/>
            <a:gdLst>
              <a:gd name="connsiteX0" fmla="*/ 0 w 2850857"/>
              <a:gd name="connsiteY0" fmla="*/ 0 h 2329848"/>
              <a:gd name="connsiteX1" fmla="*/ 2850857 w 2850857"/>
              <a:gd name="connsiteY1" fmla="*/ 0 h 2329848"/>
              <a:gd name="connsiteX2" fmla="*/ 2850857 w 2850857"/>
              <a:gd name="connsiteY2" fmla="*/ 2329848 h 2329848"/>
              <a:gd name="connsiteX3" fmla="*/ 0 w 2850857"/>
              <a:gd name="connsiteY3" fmla="*/ 2329848 h 232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57" h="2329848">
                <a:moveTo>
                  <a:pt x="0" y="0"/>
                </a:moveTo>
                <a:lnTo>
                  <a:pt x="2850857" y="0"/>
                </a:lnTo>
                <a:lnTo>
                  <a:pt x="2850857" y="2329848"/>
                </a:lnTo>
                <a:lnTo>
                  <a:pt x="0" y="2329848"/>
                </a:lnTo>
                <a:close/>
              </a:path>
            </a:pathLst>
          </a:custGeom>
        </p:spPr>
      </p:pic>
      <p:sp>
        <p:nvSpPr>
          <p:cNvPr id="5" name="任意多边形: 形状 64"/>
          <p:cNvSpPr/>
          <p:nvPr>
            <p:custDataLst>
              <p:tags r:id="rId15"/>
            </p:custDataLst>
          </p:nvPr>
        </p:nvSpPr>
        <p:spPr>
          <a:xfrm rot="20859242">
            <a:off x="-162652" y="5092093"/>
            <a:ext cx="1197318" cy="1916063"/>
          </a:xfrm>
          <a:custGeom>
            <a:avLst/>
            <a:gdLst>
              <a:gd name="connsiteX0" fmla="*/ 362021 w 1197318"/>
              <a:gd name="connsiteY0" fmla="*/ 0 h 1916063"/>
              <a:gd name="connsiteX1" fmla="*/ 394886 w 1197318"/>
              <a:gd name="connsiteY1" fmla="*/ 59327 h 1916063"/>
              <a:gd name="connsiteX2" fmla="*/ 455557 w 1197318"/>
              <a:gd name="connsiteY2" fmla="*/ 618362 h 1916063"/>
              <a:gd name="connsiteX3" fmla="*/ 1107764 w 1197318"/>
              <a:gd name="connsiteY3" fmla="*/ 1262987 h 1916063"/>
              <a:gd name="connsiteX4" fmla="*/ 1179268 w 1197318"/>
              <a:gd name="connsiteY4" fmla="*/ 1890275 h 1916063"/>
              <a:gd name="connsiteX5" fmla="*/ 1197318 w 1197318"/>
              <a:gd name="connsiteY5" fmla="*/ 1916063 h 1916063"/>
              <a:gd name="connsiteX6" fmla="*/ 0 w 1197318"/>
              <a:gd name="connsiteY6" fmla="*/ 1654000 h 191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7318" h="1916063">
                <a:moveTo>
                  <a:pt x="362021" y="0"/>
                </a:moveTo>
                <a:lnTo>
                  <a:pt x="394886" y="59327"/>
                </a:lnTo>
                <a:cubicBezTo>
                  <a:pt x="457723" y="237005"/>
                  <a:pt x="386219" y="442851"/>
                  <a:pt x="455557" y="618362"/>
                </a:cubicBezTo>
                <a:cubicBezTo>
                  <a:pt x="569314" y="908714"/>
                  <a:pt x="998341" y="971551"/>
                  <a:pt x="1107764" y="1262987"/>
                </a:cubicBezTo>
                <a:cubicBezTo>
                  <a:pt x="1182519" y="1462331"/>
                  <a:pt x="1077429" y="1702846"/>
                  <a:pt x="1179268" y="1890275"/>
                </a:cubicBezTo>
                <a:lnTo>
                  <a:pt x="1197318" y="1916063"/>
                </a:lnTo>
                <a:lnTo>
                  <a:pt x="0" y="165400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8819" b="2565"/>
          <a:stretch>
            <a:fillRect/>
          </a:stretch>
        </p:blipFill>
        <p:spPr>
          <a:xfrm>
            <a:off x="635" y="4992794"/>
            <a:ext cx="1589845" cy="1865206"/>
          </a:xfrm>
          <a:custGeom>
            <a:avLst/>
            <a:gdLst>
              <a:gd name="connsiteX0" fmla="*/ 0 w 1589845"/>
              <a:gd name="connsiteY0" fmla="*/ 0 h 1865206"/>
              <a:gd name="connsiteX1" fmla="*/ 1589845 w 1589845"/>
              <a:gd name="connsiteY1" fmla="*/ 0 h 1865206"/>
              <a:gd name="connsiteX2" fmla="*/ 1589845 w 1589845"/>
              <a:gd name="connsiteY2" fmla="*/ 1865206 h 1865206"/>
              <a:gd name="connsiteX3" fmla="*/ 0 w 1589845"/>
              <a:gd name="connsiteY3" fmla="*/ 1865206 h 186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9845" h="1865206">
                <a:moveTo>
                  <a:pt x="0" y="0"/>
                </a:moveTo>
                <a:lnTo>
                  <a:pt x="1589845" y="0"/>
                </a:lnTo>
                <a:lnTo>
                  <a:pt x="1589845" y="1865206"/>
                </a:lnTo>
                <a:lnTo>
                  <a:pt x="0" y="1865206"/>
                </a:lnTo>
                <a:close/>
              </a:path>
            </a:pathLst>
          </a:custGeom>
        </p:spPr>
      </p:pic>
      <p:pic>
        <p:nvPicPr>
          <p:cNvPr id="63" name="VCG41N142380466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t="23134" r="5783"/>
          <a:stretch>
            <a:fillRect/>
          </a:stretch>
        </p:blipFill>
        <p:spPr>
          <a:xfrm flipH="1">
            <a:off x="-22270" y="0"/>
            <a:ext cx="2400980" cy="2628934"/>
          </a:xfrm>
          <a:custGeom>
            <a:avLst/>
            <a:gdLst>
              <a:gd name="connsiteX0" fmla="*/ 0 w 2400980"/>
              <a:gd name="connsiteY0" fmla="*/ 0 h 2628934"/>
              <a:gd name="connsiteX1" fmla="*/ 2400980 w 2400980"/>
              <a:gd name="connsiteY1" fmla="*/ 0 h 2628934"/>
              <a:gd name="connsiteX2" fmla="*/ 2400980 w 2400980"/>
              <a:gd name="connsiteY2" fmla="*/ 2628934 h 2628934"/>
              <a:gd name="connsiteX3" fmla="*/ 0 w 2400980"/>
              <a:gd name="connsiteY3" fmla="*/ 2628934 h 262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980" h="2628934">
                <a:moveTo>
                  <a:pt x="0" y="0"/>
                </a:moveTo>
                <a:lnTo>
                  <a:pt x="2400980" y="0"/>
                </a:lnTo>
                <a:lnTo>
                  <a:pt x="2400980" y="2628934"/>
                </a:lnTo>
                <a:lnTo>
                  <a:pt x="0" y="2628934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9525000"/>
              <a:gd name="connsiteY0" fmla="*/ 0 h 4286250"/>
              <a:gd name="connsiteX1" fmla="*/ 9525000 w 9525000"/>
              <a:gd name="connsiteY1" fmla="*/ 0 h 4286250"/>
              <a:gd name="connsiteX2" fmla="*/ 9525000 w 9525000"/>
              <a:gd name="connsiteY2" fmla="*/ 4286250 h 4286250"/>
              <a:gd name="connsiteX3" fmla="*/ 0 w 95250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4286250">
                <a:moveTo>
                  <a:pt x="0" y="0"/>
                </a:moveTo>
                <a:lnTo>
                  <a:pt x="9525000" y="0"/>
                </a:lnTo>
                <a:lnTo>
                  <a:pt x="9525000" y="4286250"/>
                </a:lnTo>
                <a:lnTo>
                  <a:pt x="0" y="4286250"/>
                </a:lnTo>
                <a:close/>
              </a:path>
            </a:pathLst>
          </a:custGeom>
          <a:solidFill>
            <a:srgbClr val="FBF6F3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134" name="图片 1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5474" b="28830"/>
          <a:stretch>
            <a:fillRect/>
          </a:stretch>
        </p:blipFill>
        <p:spPr>
          <a:xfrm>
            <a:off x="8284616" y="5070372"/>
            <a:ext cx="3907384" cy="1787628"/>
          </a:xfrm>
          <a:custGeom>
            <a:avLst/>
            <a:gdLst>
              <a:gd name="connsiteX0" fmla="*/ 0 w 3907384"/>
              <a:gd name="connsiteY0" fmla="*/ 0 h 1787628"/>
              <a:gd name="connsiteX1" fmla="*/ 3907384 w 3907384"/>
              <a:gd name="connsiteY1" fmla="*/ 0 h 1787628"/>
              <a:gd name="connsiteX2" fmla="*/ 3907384 w 3907384"/>
              <a:gd name="connsiteY2" fmla="*/ 1787628 h 1787628"/>
              <a:gd name="connsiteX3" fmla="*/ 0 w 3907384"/>
              <a:gd name="connsiteY3" fmla="*/ 1787628 h 178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7384" h="1787628">
                <a:moveTo>
                  <a:pt x="0" y="0"/>
                </a:moveTo>
                <a:lnTo>
                  <a:pt x="3907384" y="0"/>
                </a:lnTo>
                <a:lnTo>
                  <a:pt x="3907384" y="1787628"/>
                </a:lnTo>
                <a:lnTo>
                  <a:pt x="0" y="1787628"/>
                </a:lnTo>
                <a:close/>
              </a:path>
            </a:pathLst>
          </a:custGeom>
        </p:spPr>
      </p:pic>
      <p:pic>
        <p:nvPicPr>
          <p:cNvPr id="114" name="图片 1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22119" b="6173"/>
          <a:stretch>
            <a:fillRect/>
          </a:stretch>
        </p:blipFill>
        <p:spPr>
          <a:xfrm>
            <a:off x="0" y="3179908"/>
            <a:ext cx="2298050" cy="3678092"/>
          </a:xfrm>
          <a:custGeom>
            <a:avLst/>
            <a:gdLst>
              <a:gd name="connsiteX0" fmla="*/ 0 w 2298050"/>
              <a:gd name="connsiteY0" fmla="*/ 0 h 3678092"/>
              <a:gd name="connsiteX1" fmla="*/ 2298050 w 2298050"/>
              <a:gd name="connsiteY1" fmla="*/ 0 h 3678092"/>
              <a:gd name="connsiteX2" fmla="*/ 2298050 w 2298050"/>
              <a:gd name="connsiteY2" fmla="*/ 3678092 h 3678092"/>
              <a:gd name="connsiteX3" fmla="*/ 0 w 2298050"/>
              <a:gd name="connsiteY3" fmla="*/ 3678092 h 3678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8050" h="3678092">
                <a:moveTo>
                  <a:pt x="0" y="0"/>
                </a:moveTo>
                <a:lnTo>
                  <a:pt x="2298050" y="0"/>
                </a:lnTo>
                <a:lnTo>
                  <a:pt x="2298050" y="3678092"/>
                </a:lnTo>
                <a:lnTo>
                  <a:pt x="0" y="3678092"/>
                </a:lnTo>
                <a:close/>
              </a:path>
            </a:pathLst>
          </a:custGeom>
        </p:spPr>
      </p:pic>
      <p:pic>
        <p:nvPicPr>
          <p:cNvPr id="126" name="图片 1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731" y="3907280"/>
            <a:ext cx="2810500" cy="2950720"/>
          </a:xfrm>
          <a:custGeom>
            <a:avLst/>
            <a:gdLst>
              <a:gd name="connsiteX0" fmla="*/ 0 w 2810500"/>
              <a:gd name="connsiteY0" fmla="*/ 0 h 2950720"/>
              <a:gd name="connsiteX1" fmla="*/ 2810500 w 2810500"/>
              <a:gd name="connsiteY1" fmla="*/ 0 h 2950720"/>
              <a:gd name="connsiteX2" fmla="*/ 2810500 w 2810500"/>
              <a:gd name="connsiteY2" fmla="*/ 2950720 h 2950720"/>
              <a:gd name="connsiteX3" fmla="*/ 0 w 2810500"/>
              <a:gd name="connsiteY3" fmla="*/ 2950720 h 2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0500" h="2950720">
                <a:moveTo>
                  <a:pt x="0" y="0"/>
                </a:moveTo>
                <a:lnTo>
                  <a:pt x="2810500" y="0"/>
                </a:lnTo>
                <a:lnTo>
                  <a:pt x="2810500" y="2950720"/>
                </a:lnTo>
                <a:lnTo>
                  <a:pt x="0" y="2950720"/>
                </a:lnTo>
                <a:close/>
              </a:path>
            </a:pathLst>
          </a:custGeom>
        </p:spPr>
      </p:pic>
      <p:pic>
        <p:nvPicPr>
          <p:cNvPr id="127" name="图片 1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340960" y="4992794"/>
            <a:ext cx="1743607" cy="1914310"/>
          </a:xfrm>
          <a:prstGeom prst="rect">
            <a:avLst/>
          </a:prstGeom>
        </p:spPr>
      </p:pic>
      <p:pic>
        <p:nvPicPr>
          <p:cNvPr id="131" name="图片 13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b="70"/>
          <a:stretch>
            <a:fillRect/>
          </a:stretch>
        </p:blipFill>
        <p:spPr>
          <a:xfrm>
            <a:off x="9506284" y="4579504"/>
            <a:ext cx="1865538" cy="2278496"/>
          </a:xfrm>
          <a:custGeom>
            <a:avLst/>
            <a:gdLst>
              <a:gd name="connsiteX0" fmla="*/ 0 w 1865538"/>
              <a:gd name="connsiteY0" fmla="*/ 0 h 2278496"/>
              <a:gd name="connsiteX1" fmla="*/ 1865538 w 1865538"/>
              <a:gd name="connsiteY1" fmla="*/ 0 h 2278496"/>
              <a:gd name="connsiteX2" fmla="*/ 1865538 w 1865538"/>
              <a:gd name="connsiteY2" fmla="*/ 2278496 h 2278496"/>
              <a:gd name="connsiteX3" fmla="*/ 0 w 1865538"/>
              <a:gd name="connsiteY3" fmla="*/ 2278496 h 22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5538" h="2278496">
                <a:moveTo>
                  <a:pt x="0" y="0"/>
                </a:moveTo>
                <a:lnTo>
                  <a:pt x="1865538" y="0"/>
                </a:lnTo>
                <a:lnTo>
                  <a:pt x="1865538" y="2278496"/>
                </a:lnTo>
                <a:lnTo>
                  <a:pt x="0" y="2278496"/>
                </a:lnTo>
                <a:close/>
              </a:path>
            </a:pathLst>
          </a:custGeom>
        </p:spPr>
      </p:pic>
      <p:pic>
        <p:nvPicPr>
          <p:cNvPr id="135" name="图片 13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21358" y="3870403"/>
            <a:ext cx="2566638" cy="2962913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t="26786" r="6082"/>
          <a:stretch>
            <a:fillRect/>
          </a:stretch>
        </p:blipFill>
        <p:spPr>
          <a:xfrm>
            <a:off x="6242979" y="0"/>
            <a:ext cx="5949021" cy="3280668"/>
          </a:xfrm>
          <a:custGeom>
            <a:avLst/>
            <a:gdLst>
              <a:gd name="connsiteX0" fmla="*/ 0 w 5949021"/>
              <a:gd name="connsiteY0" fmla="*/ 0 h 3280668"/>
              <a:gd name="connsiteX1" fmla="*/ 5949021 w 5949021"/>
              <a:gd name="connsiteY1" fmla="*/ 0 h 3280668"/>
              <a:gd name="connsiteX2" fmla="*/ 5949021 w 5949021"/>
              <a:gd name="connsiteY2" fmla="*/ 3280668 h 3280668"/>
              <a:gd name="connsiteX3" fmla="*/ 0 w 5949021"/>
              <a:gd name="connsiteY3" fmla="*/ 3280668 h 328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9021" h="3280668">
                <a:moveTo>
                  <a:pt x="0" y="0"/>
                </a:moveTo>
                <a:lnTo>
                  <a:pt x="5949021" y="0"/>
                </a:lnTo>
                <a:lnTo>
                  <a:pt x="5949021" y="3280668"/>
                </a:lnTo>
                <a:lnTo>
                  <a:pt x="0" y="3280668"/>
                </a:lnTo>
                <a:close/>
              </a:path>
            </a:pathLst>
          </a:custGeom>
        </p:spPr>
      </p:pic>
      <p:pic>
        <p:nvPicPr>
          <p:cNvPr id="107" name="图形 10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19357" y="1714087"/>
            <a:ext cx="1190625" cy="112395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t="23134" r="5783"/>
          <a:stretch>
            <a:fillRect/>
          </a:stretch>
        </p:blipFill>
        <p:spPr>
          <a:xfrm>
            <a:off x="9791020" y="0"/>
            <a:ext cx="2400980" cy="2628934"/>
          </a:xfrm>
          <a:custGeom>
            <a:avLst/>
            <a:gdLst>
              <a:gd name="connsiteX0" fmla="*/ 0 w 2400980"/>
              <a:gd name="connsiteY0" fmla="*/ 0 h 2628934"/>
              <a:gd name="connsiteX1" fmla="*/ 2400980 w 2400980"/>
              <a:gd name="connsiteY1" fmla="*/ 0 h 2628934"/>
              <a:gd name="connsiteX2" fmla="*/ 2400980 w 2400980"/>
              <a:gd name="connsiteY2" fmla="*/ 2628934 h 2628934"/>
              <a:gd name="connsiteX3" fmla="*/ 0 w 2400980"/>
              <a:gd name="connsiteY3" fmla="*/ 2628934 h 262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980" h="2628934">
                <a:moveTo>
                  <a:pt x="0" y="0"/>
                </a:moveTo>
                <a:lnTo>
                  <a:pt x="2400980" y="0"/>
                </a:lnTo>
                <a:lnTo>
                  <a:pt x="2400980" y="2628934"/>
                </a:lnTo>
                <a:lnTo>
                  <a:pt x="0" y="2628934"/>
                </a:lnTo>
                <a:close/>
              </a:path>
            </a:pathLst>
          </a:custGeom>
        </p:spPr>
      </p:pic>
      <p:pic>
        <p:nvPicPr>
          <p:cNvPr id="108" name="图片 10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rcRect l="14367" t="40473"/>
          <a:stretch>
            <a:fillRect/>
          </a:stretch>
        </p:blipFill>
        <p:spPr>
          <a:xfrm>
            <a:off x="1" y="1"/>
            <a:ext cx="3852811" cy="1262915"/>
          </a:xfrm>
          <a:custGeom>
            <a:avLst/>
            <a:gdLst>
              <a:gd name="connsiteX0" fmla="*/ 0 w 3852811"/>
              <a:gd name="connsiteY0" fmla="*/ 0 h 1262915"/>
              <a:gd name="connsiteX1" fmla="*/ 3852811 w 3852811"/>
              <a:gd name="connsiteY1" fmla="*/ 0 h 1262915"/>
              <a:gd name="connsiteX2" fmla="*/ 3852811 w 3852811"/>
              <a:gd name="connsiteY2" fmla="*/ 1262915 h 1262915"/>
              <a:gd name="connsiteX3" fmla="*/ 0 w 3852811"/>
              <a:gd name="connsiteY3" fmla="*/ 1262915 h 126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2811" h="1262915">
                <a:moveTo>
                  <a:pt x="0" y="0"/>
                </a:moveTo>
                <a:lnTo>
                  <a:pt x="3852811" y="0"/>
                </a:lnTo>
                <a:lnTo>
                  <a:pt x="3852811" y="1262915"/>
                </a:lnTo>
                <a:lnTo>
                  <a:pt x="0" y="1262915"/>
                </a:lnTo>
                <a:close/>
              </a:path>
            </a:pathLst>
          </a:custGeom>
        </p:spPr>
      </p:pic>
      <p:sp>
        <p:nvSpPr>
          <p:cNvPr id="13" name="Subtitle 12"/>
          <p:cNvSpPr>
            <a:spLocks noGrp="1"/>
          </p:cNvSpPr>
          <p:nvPr>
            <p:ph type="subTitle" idx="17826305" hasCustomPrompt="1"/>
            <p:custDataLst>
              <p:tags r:id="rId23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4" name="Title 13"/>
          <p:cNvSpPr>
            <a:spLocks noGrp="1"/>
          </p:cNvSpPr>
          <p:nvPr>
            <p:ph type="ctrTitle" idx="17826049" hasCustomPrompt="1"/>
            <p:custDataLst>
              <p:tags r:id="rId24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51447809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319883778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51513345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94931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578881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320014850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644417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320080386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氛围图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454902" y="2489198"/>
            <a:ext cx="4730750" cy="4366895"/>
          </a:xfrm>
          <a:custGeom>
            <a:avLst/>
            <a:gdLst>
              <a:gd name="connisteX0" fmla="*/ 4730748 w 4730748"/>
              <a:gd name="connsiteY0" fmla="*/ 2686050 h 4366607"/>
              <a:gd name="connisteX1" fmla="*/ 4730748 w 4730748"/>
              <a:gd name="connsiteY1" fmla="*/ 4366607 h 4366607"/>
              <a:gd name="connisteX2" fmla="*/ 2686050 w 4730748"/>
              <a:gd name="connsiteY2" fmla="*/ 4366607 h 4366607"/>
              <a:gd name="connisteX3" fmla="*/ 590546 w 4730748"/>
              <a:gd name="connsiteY3" fmla="*/ 4366607 h 4366607"/>
              <a:gd name="connisteX4" fmla="*/ 0 w 4730748"/>
              <a:gd name="connsiteY4" fmla="*/ 2686050 h 4366607"/>
              <a:gd name="connisteX5" fmla="*/ 1343025 w 4730748"/>
              <a:gd name="connsiteY5" fmla="*/ 359340 h 4366607"/>
              <a:gd name="connisteX6" fmla="*/ 2686050 w 4730748"/>
              <a:gd name="connsiteY6" fmla="*/ 0 h 4366607"/>
              <a:gd name="connisteX7" fmla="*/ 4730748 w 4730748"/>
              <a:gd name="connsiteY7" fmla="*/ 944108 h 4366607"/>
              <a:gd name="connisteX8" fmla="*/ 4730748 w 4730748"/>
              <a:gd name="connsiteY8" fmla="*/ 2686050 h 43666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730749" h="4366607">
                <a:moveTo>
                  <a:pt x="4730749" y="2686050"/>
                </a:moveTo>
                <a:lnTo>
                  <a:pt x="4730749" y="4366607"/>
                </a:lnTo>
                <a:lnTo>
                  <a:pt x="2686050" y="4366607"/>
                </a:lnTo>
                <a:lnTo>
                  <a:pt x="590547" y="4366607"/>
                </a:lnTo>
                <a:cubicBezTo>
                  <a:pt x="221065" y="3906481"/>
                  <a:pt x="0" y="3322079"/>
                  <a:pt x="0" y="2686050"/>
                </a:cubicBezTo>
                <a:cubicBezTo>
                  <a:pt x="0" y="1691832"/>
                  <a:pt x="540164" y="823774"/>
                  <a:pt x="1343025" y="359341"/>
                </a:cubicBezTo>
                <a:cubicBezTo>
                  <a:pt x="1738110" y="130805"/>
                  <a:pt x="2196809" y="0"/>
                  <a:pt x="2686050" y="0"/>
                </a:cubicBezTo>
                <a:cubicBezTo>
                  <a:pt x="3504840" y="0"/>
                  <a:pt x="4238079" y="366364"/>
                  <a:pt x="4730749" y="944109"/>
                </a:cubicBezTo>
                <a:lnTo>
                  <a:pt x="4730749" y="2686050"/>
                </a:ln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4834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0" y="0"/>
            <a:ext cx="7454900" cy="6311900"/>
          </a:xfrm>
          <a:custGeom>
            <a:avLst/>
            <a:gdLst>
              <a:gd name="connisteX0" fmla="*/ 6742877 w 7454902"/>
              <a:gd name="connsiteY0" fmla="*/ 4254090 h 6311902"/>
              <a:gd name="connisteX1" fmla="*/ 7454902 w 7454902"/>
              <a:gd name="connsiteY1" fmla="*/ 1828800 h 6311902"/>
              <a:gd name="connisteX2" fmla="*/ 7066135 w 7454902"/>
              <a:gd name="connsiteY2" fmla="*/ 0 h 6311902"/>
              <a:gd name="connisteX3" fmla="*/ 2971800 w 7454902"/>
              <a:gd name="connsiteY3" fmla="*/ 0 h 6311902"/>
              <a:gd name="connisteX4" fmla="*/ 0 w 7454902"/>
              <a:gd name="connsiteY4" fmla="*/ 0 h 6311902"/>
              <a:gd name="connisteX5" fmla="*/ 9 w 7454902"/>
              <a:gd name="connsiteY5" fmla="*/ 1949445 h 6311902"/>
              <a:gd name="connisteX6" fmla="*/ 0 w 7454902"/>
              <a:gd name="connsiteY6" fmla="*/ 5185443 h 6311902"/>
              <a:gd name="connisteX7" fmla="*/ 2971800 w 7454902"/>
              <a:gd name="connsiteY7" fmla="*/ 6311902 h 6311902"/>
              <a:gd name="connisteX8" fmla="*/ 6742877 w 7454902"/>
              <a:gd name="connsiteY8" fmla="*/ 4254090 h 63119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454902" h="6311902">
                <a:moveTo>
                  <a:pt x="6742877" y="4254091"/>
                </a:moveTo>
                <a:cubicBezTo>
                  <a:pt x="7193457" y="3554931"/>
                  <a:pt x="7454902" y="2722397"/>
                  <a:pt x="7454902" y="1828800"/>
                </a:cubicBezTo>
                <a:cubicBezTo>
                  <a:pt x="7454902" y="1177418"/>
                  <a:pt x="7315977" y="558479"/>
                  <a:pt x="7066136" y="0"/>
                </a:cubicBezTo>
                <a:lnTo>
                  <a:pt x="2971800" y="0"/>
                </a:lnTo>
                <a:lnTo>
                  <a:pt x="0" y="0"/>
                </a:lnTo>
                <a:lnTo>
                  <a:pt x="9" y="1949446"/>
                </a:lnTo>
                <a:lnTo>
                  <a:pt x="0" y="5185444"/>
                </a:lnTo>
                <a:cubicBezTo>
                  <a:pt x="791093" y="5886359"/>
                  <a:pt x="1831744" y="6311902"/>
                  <a:pt x="2971800" y="6311902"/>
                </a:cubicBezTo>
                <a:cubicBezTo>
                  <a:pt x="4554142" y="6311902"/>
                  <a:pt x="5945026" y="5492115"/>
                  <a:pt x="6742877" y="4254091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13335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任意多边形 7"/>
          <p:cNvSpPr/>
          <p:nvPr>
            <p:custDataLst>
              <p:tags r:id="rId9"/>
            </p:custDataLst>
          </p:nvPr>
        </p:nvSpPr>
        <p:spPr>
          <a:xfrm>
            <a:off x="1015999" y="2381250"/>
            <a:ext cx="1574800" cy="508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50000"/>
                </a:srgbClr>
              </a:gs>
            </a:gsLst>
            <a:lin ang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  <p:custDataLst>
              <p:tags r:id="rId10"/>
            </p:custDataLst>
          </p:nvPr>
        </p:nvSpPr>
        <p:spPr>
          <a:xfrm>
            <a:off x="1016000" y="1784350"/>
            <a:ext cx="8573135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20XX YEAR 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1016000" y="2520950"/>
            <a:ext cx="8572500" cy="254444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 u="none" strike="noStrike" kern="1200" cap="none" spc="0" normalizeH="0">
                <a:solidFill>
                  <a:srgbClr val="FFFFFF"/>
                </a:solidFill>
                <a:uFillTx/>
                <a:latin typeface="MiSans Normal" panose="00000500000000000000" charset="-122"/>
                <a:ea typeface="+mj-ea"/>
              </a:defRPr>
            </a:lvl1pPr>
          </a:lstStyle>
          <a:p>
            <a:r>
              <a:rPr lang="zh-CN" altLang="en-US" smtClean="0"/>
              <a:t>健康医疗行业工作汇报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5" hasCustomPrompt="1"/>
            <p:custDataLst>
              <p:tags r:id="rId12"/>
            </p:custDataLst>
          </p:nvPr>
        </p:nvSpPr>
        <p:spPr>
          <a:xfrm>
            <a:off x="1016000" y="5321300"/>
            <a:ext cx="8573135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氛围图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2387599" y="787399"/>
            <a:ext cx="5105400" cy="5105400"/>
          </a:xfrm>
          <a:custGeom>
            <a:avLst/>
            <a:gdLst>
              <a:gd name="connisteX0" fmla="*/ 5105396 w 5105396"/>
              <a:gd name="connsiteY0" fmla="*/ 2552703 h 5105396"/>
              <a:gd name="connisteX1" fmla="*/ 4699961 w 5105396"/>
              <a:gd name="connsiteY1" fmla="*/ 3933675 h 5105396"/>
              <a:gd name="connisteX2" fmla="*/ 2552703 w 5105396"/>
              <a:gd name="connsiteY2" fmla="*/ 5105396 h 5105396"/>
              <a:gd name="connisteX3" fmla="*/ 0 w 5105396"/>
              <a:gd name="connsiteY3" fmla="*/ 2552703 h 5105396"/>
              <a:gd name="connisteX4" fmla="*/ 1276346 w 5105396"/>
              <a:gd name="connsiteY4" fmla="*/ 341510 h 5105396"/>
              <a:gd name="connisteX5" fmla="*/ 2552703 w 5105396"/>
              <a:gd name="connsiteY5" fmla="*/ 0 h 5105396"/>
              <a:gd name="connisteX6" fmla="*/ 5105396 w 5105396"/>
              <a:gd name="connsiteY6" fmla="*/ 2552703 h 51053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105397" h="5105397">
                <a:moveTo>
                  <a:pt x="5105397" y="2552703"/>
                </a:moveTo>
                <a:cubicBezTo>
                  <a:pt x="5105397" y="3061530"/>
                  <a:pt x="4956533" y="3535564"/>
                  <a:pt x="4699961" y="3933676"/>
                </a:cubicBezTo>
                <a:cubicBezTo>
                  <a:pt x="4245678" y="4638614"/>
                  <a:pt x="3453698" y="5105397"/>
                  <a:pt x="2552703" y="5105397"/>
                </a:cubicBezTo>
                <a:cubicBezTo>
                  <a:pt x="1142881" y="5105397"/>
                  <a:pt x="0" y="3962516"/>
                  <a:pt x="0" y="2552703"/>
                </a:cubicBezTo>
                <a:cubicBezTo>
                  <a:pt x="0" y="1607844"/>
                  <a:pt x="513344" y="782882"/>
                  <a:pt x="1276347" y="341510"/>
                </a:cubicBezTo>
                <a:cubicBezTo>
                  <a:pt x="1651809" y="124313"/>
                  <a:pt x="2087740" y="0"/>
                  <a:pt x="2552703" y="0"/>
                </a:cubicBezTo>
                <a:cubicBezTo>
                  <a:pt x="3962516" y="0"/>
                  <a:pt x="5105397" y="1142881"/>
                  <a:pt x="5105397" y="2552703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10000"/>
                </a:srgbClr>
              </a:gs>
            </a:gsLst>
            <a:lin ang="25596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096003" y="1955801"/>
            <a:ext cx="3327400" cy="3327400"/>
          </a:xfrm>
          <a:custGeom>
            <a:avLst/>
            <a:gdLst>
              <a:gd name="connisteX0" fmla="*/ 3327401 w 3327401"/>
              <a:gd name="connsiteY0" fmla="*/ 1663695 h 3327401"/>
              <a:gd name="connisteX1" fmla="*/ 3063166 w 3327401"/>
              <a:gd name="connsiteY1" fmla="*/ 2563739 h 3327401"/>
              <a:gd name="connisteX2" fmla="*/ 1663695 w 3327401"/>
              <a:gd name="connsiteY2" fmla="*/ 3327401 h 3327401"/>
              <a:gd name="connisteX3" fmla="*/ 0 w 3327401"/>
              <a:gd name="connsiteY3" fmla="*/ 1663695 h 3327401"/>
              <a:gd name="connisteX4" fmla="*/ 831847 w 3327401"/>
              <a:gd name="connsiteY4" fmla="*/ 222574 h 3327401"/>
              <a:gd name="connisteX5" fmla="*/ 1663695 w 3327401"/>
              <a:gd name="connsiteY5" fmla="*/ 0 h 3327401"/>
              <a:gd name="connisteX6" fmla="*/ 3327401 w 3327401"/>
              <a:gd name="connsiteY6" fmla="*/ 1663695 h 332740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27401" h="3327401">
                <a:moveTo>
                  <a:pt x="3327401" y="1663696"/>
                </a:moveTo>
                <a:cubicBezTo>
                  <a:pt x="3327401" y="1995321"/>
                  <a:pt x="3230374" y="2304279"/>
                  <a:pt x="3063167" y="2563740"/>
                </a:cubicBezTo>
                <a:cubicBezTo>
                  <a:pt x="2767075" y="3023171"/>
                  <a:pt x="2250924" y="3327401"/>
                  <a:pt x="1663696" y="3327401"/>
                </a:cubicBezTo>
                <a:cubicBezTo>
                  <a:pt x="744861" y="3327401"/>
                  <a:pt x="0" y="2582531"/>
                  <a:pt x="0" y="1663696"/>
                </a:cubicBezTo>
                <a:cubicBezTo>
                  <a:pt x="0" y="1047893"/>
                  <a:pt x="334570" y="510235"/>
                  <a:pt x="831848" y="222574"/>
                </a:cubicBezTo>
                <a:cubicBezTo>
                  <a:pt x="1076560" y="81016"/>
                  <a:pt x="1360664" y="0"/>
                  <a:pt x="1663696" y="0"/>
                </a:cubicBezTo>
                <a:cubicBezTo>
                  <a:pt x="2582531" y="0"/>
                  <a:pt x="3327401" y="744861"/>
                  <a:pt x="3327401" y="16636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5398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3486152" y="2743509"/>
            <a:ext cx="50800" cy="1219200"/>
          </a:xfrm>
          <a:custGeom>
            <a:avLst/>
            <a:gdLst>
              <a:gd name="connisteX0" fmla="*/ 0 w 50804"/>
              <a:gd name="connsiteY0" fmla="*/ 25402 h 1219196"/>
              <a:gd name="connisteX1" fmla="*/ 25402 w 50804"/>
              <a:gd name="connsiteY1" fmla="*/ 0 h 1219196"/>
              <a:gd name="connisteX2" fmla="*/ 25402 w 50804"/>
              <a:gd name="connsiteY2" fmla="*/ 0 h 1219196"/>
              <a:gd name="connisteX3" fmla="*/ 50804 w 50804"/>
              <a:gd name="connsiteY3" fmla="*/ 25402 h 1219196"/>
              <a:gd name="connisteX4" fmla="*/ 50804 w 50804"/>
              <a:gd name="connsiteY4" fmla="*/ 1193804 h 1219196"/>
              <a:gd name="connisteX5" fmla="*/ 25402 w 50804"/>
              <a:gd name="connsiteY5" fmla="*/ 1219196 h 1219196"/>
              <a:gd name="connisteX6" fmla="*/ 25402 w 50804"/>
              <a:gd name="connsiteY6" fmla="*/ 1219196 h 1219196"/>
              <a:gd name="connisteX7" fmla="*/ 0 w 50804"/>
              <a:gd name="connsiteY7" fmla="*/ 1193804 h 1219196"/>
              <a:gd name="connisteX8" fmla="*/ 0 w 50804"/>
              <a:gd name="connsiteY8" fmla="*/ 25402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4" h="1219197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25402" y="0"/>
                </a:lnTo>
                <a:cubicBezTo>
                  <a:pt x="39429" y="0"/>
                  <a:pt x="50804" y="11375"/>
                  <a:pt x="50804" y="25402"/>
                </a:cubicBezTo>
                <a:lnTo>
                  <a:pt x="50804" y="1193804"/>
                </a:lnTo>
                <a:cubicBezTo>
                  <a:pt x="50804" y="1207831"/>
                  <a:pt x="39429" y="1219197"/>
                  <a:pt x="25402" y="1219197"/>
                </a:cubicBezTo>
                <a:lnTo>
                  <a:pt x="25402" y="1219197"/>
                </a:lnTo>
                <a:cubicBezTo>
                  <a:pt x="11375" y="1219197"/>
                  <a:pt x="0" y="1207831"/>
                  <a:pt x="0" y="1193804"/>
                </a:cubicBezTo>
                <a:lnTo>
                  <a:pt x="0" y="2540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FFFFF">
                  <a:alpha val="50000"/>
                </a:srgbClr>
              </a:gs>
            </a:gsLst>
            <a:lin ang="54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  <p:custDataLst>
              <p:tags r:id="rId10"/>
            </p:custDataLst>
          </p:nvPr>
        </p:nvSpPr>
        <p:spPr>
          <a:xfrm>
            <a:off x="3956050" y="2336165"/>
            <a:ext cx="6943725" cy="2033905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1040130" y="2309495"/>
            <a:ext cx="2125980" cy="2034540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88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7454902" y="2489198"/>
            <a:ext cx="4730750" cy="4366895"/>
          </a:xfrm>
          <a:custGeom>
            <a:avLst/>
            <a:gdLst>
              <a:gd name="connisteX0" fmla="*/ 4730748 w 4730748"/>
              <a:gd name="connsiteY0" fmla="*/ 2686050 h 4366607"/>
              <a:gd name="connisteX1" fmla="*/ 4730748 w 4730748"/>
              <a:gd name="connsiteY1" fmla="*/ 4366607 h 4366607"/>
              <a:gd name="connisteX2" fmla="*/ 2686050 w 4730748"/>
              <a:gd name="connsiteY2" fmla="*/ 4366607 h 4366607"/>
              <a:gd name="connisteX3" fmla="*/ 590546 w 4730748"/>
              <a:gd name="connsiteY3" fmla="*/ 4366607 h 4366607"/>
              <a:gd name="connisteX4" fmla="*/ 0 w 4730748"/>
              <a:gd name="connsiteY4" fmla="*/ 2686050 h 4366607"/>
              <a:gd name="connisteX5" fmla="*/ 1343025 w 4730748"/>
              <a:gd name="connsiteY5" fmla="*/ 359340 h 4366607"/>
              <a:gd name="connisteX6" fmla="*/ 2686050 w 4730748"/>
              <a:gd name="connsiteY6" fmla="*/ 0 h 4366607"/>
              <a:gd name="connisteX7" fmla="*/ 4730748 w 4730748"/>
              <a:gd name="connsiteY7" fmla="*/ 944108 h 4366607"/>
              <a:gd name="connisteX8" fmla="*/ 4730748 w 4730748"/>
              <a:gd name="connsiteY8" fmla="*/ 2686050 h 43666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730749" h="4366607">
                <a:moveTo>
                  <a:pt x="4730749" y="2686050"/>
                </a:moveTo>
                <a:lnTo>
                  <a:pt x="4730749" y="4366607"/>
                </a:lnTo>
                <a:lnTo>
                  <a:pt x="2686050" y="4366607"/>
                </a:lnTo>
                <a:lnTo>
                  <a:pt x="590547" y="4366607"/>
                </a:lnTo>
                <a:cubicBezTo>
                  <a:pt x="221065" y="3906481"/>
                  <a:pt x="0" y="3322079"/>
                  <a:pt x="0" y="2686050"/>
                </a:cubicBezTo>
                <a:cubicBezTo>
                  <a:pt x="0" y="1691832"/>
                  <a:pt x="540164" y="823774"/>
                  <a:pt x="1343025" y="359341"/>
                </a:cubicBezTo>
                <a:cubicBezTo>
                  <a:pt x="1738110" y="130805"/>
                  <a:pt x="2196809" y="0"/>
                  <a:pt x="2686050" y="0"/>
                </a:cubicBezTo>
                <a:cubicBezTo>
                  <a:pt x="3504840" y="0"/>
                  <a:pt x="4238079" y="366364"/>
                  <a:pt x="4730749" y="944109"/>
                </a:cubicBezTo>
                <a:lnTo>
                  <a:pt x="4730749" y="2686050"/>
                </a:ln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4834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0" y="0"/>
            <a:ext cx="7454900" cy="6311900"/>
          </a:xfrm>
          <a:custGeom>
            <a:avLst/>
            <a:gdLst>
              <a:gd name="connisteX0" fmla="*/ 7454902 w 7454902"/>
              <a:gd name="connsiteY0" fmla="*/ 1828800 h 6311902"/>
              <a:gd name="connisteX1" fmla="*/ 6742877 w 7454902"/>
              <a:gd name="connsiteY1" fmla="*/ 4254090 h 6311902"/>
              <a:gd name="connisteX2" fmla="*/ 2971800 w 7454902"/>
              <a:gd name="connsiteY2" fmla="*/ 6311902 h 6311902"/>
              <a:gd name="connisteX3" fmla="*/ 0 w 7454902"/>
              <a:gd name="connsiteY3" fmla="*/ 5185443 h 6311902"/>
              <a:gd name="connisteX4" fmla="*/ 9 w 7454902"/>
              <a:gd name="connsiteY4" fmla="*/ 1949445 h 6311902"/>
              <a:gd name="connisteX5" fmla="*/ 0 w 7454902"/>
              <a:gd name="connsiteY5" fmla="*/ 0 h 6311902"/>
              <a:gd name="connisteX6" fmla="*/ 2971800 w 7454902"/>
              <a:gd name="connsiteY6" fmla="*/ 0 h 6311902"/>
              <a:gd name="connisteX7" fmla="*/ 7066135 w 7454902"/>
              <a:gd name="connsiteY7" fmla="*/ 0 h 6311902"/>
              <a:gd name="connisteX8" fmla="*/ 7454902 w 7454902"/>
              <a:gd name="connsiteY8" fmla="*/ 1828800 h 63119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454902" h="6311902">
                <a:moveTo>
                  <a:pt x="7454902" y="1828800"/>
                </a:moveTo>
                <a:cubicBezTo>
                  <a:pt x="7454902" y="2722397"/>
                  <a:pt x="7193457" y="3554931"/>
                  <a:pt x="6742877" y="4254091"/>
                </a:cubicBezTo>
                <a:cubicBezTo>
                  <a:pt x="5945026" y="5492115"/>
                  <a:pt x="4554142" y="6311902"/>
                  <a:pt x="2971800" y="6311902"/>
                </a:cubicBezTo>
                <a:cubicBezTo>
                  <a:pt x="1831744" y="6311902"/>
                  <a:pt x="791093" y="5886359"/>
                  <a:pt x="0" y="5185444"/>
                </a:cubicBezTo>
                <a:lnTo>
                  <a:pt x="9" y="1949446"/>
                </a:lnTo>
                <a:lnTo>
                  <a:pt x="0" y="0"/>
                </a:lnTo>
                <a:lnTo>
                  <a:pt x="2971800" y="0"/>
                </a:lnTo>
                <a:lnTo>
                  <a:pt x="7066136" y="0"/>
                </a:lnTo>
                <a:cubicBezTo>
                  <a:pt x="7315977" y="558479"/>
                  <a:pt x="7454902" y="1177418"/>
                  <a:pt x="7454902" y="18288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13335000" scaled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副标题 9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3898901" y="264541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4" hasCustomPrompt="1"/>
            <p:custDataLst>
              <p:tags r:id="rId10"/>
            </p:custDataLst>
          </p:nvPr>
        </p:nvSpPr>
        <p:spPr>
          <a:xfrm>
            <a:off x="3835402" y="3155951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0" u="none" strike="noStrike" kern="1200" cap="none" spc="0" normalizeH="0">
                <a:solidFill>
                  <a:srgbClr val="FFFFFF"/>
                </a:solidFill>
                <a:uFillTx/>
                <a:latin typeface="MiSans Normal" panose="00000500000000000000" charset="-122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win10/AppData/Local/Temp/figmazip/slide_972d8eea5c447dcc\datas\氛围图-10001&amp;64899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357441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62.xml"/><Relationship Id="rId18" Type="http://schemas.openxmlformats.org/officeDocument/2006/relationships/image" Target="../media/image11.png"/><Relationship Id="rId17" Type="http://schemas.openxmlformats.org/officeDocument/2006/relationships/tags" Target="../tags/tag161.xml"/><Relationship Id="rId16" Type="http://schemas.openxmlformats.org/officeDocument/2006/relationships/image" Target="../media/image10.png"/><Relationship Id="rId15" Type="http://schemas.openxmlformats.org/officeDocument/2006/relationships/tags" Target="../tags/tag160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2" Type="http://schemas.openxmlformats.org/officeDocument/2006/relationships/theme" Target="../theme/theme3.xml"/><Relationship Id="rId21" Type="http://schemas.openxmlformats.org/officeDocument/2006/relationships/tags" Target="../tags/tag273.xml"/><Relationship Id="rId20" Type="http://schemas.openxmlformats.org/officeDocument/2006/relationships/tags" Target="../tags/tag272.xml"/><Relationship Id="rId2" Type="http://schemas.openxmlformats.org/officeDocument/2006/relationships/slideLayout" Target="../slideLayouts/slideLayout27.xml"/><Relationship Id="rId19" Type="http://schemas.openxmlformats.org/officeDocument/2006/relationships/tags" Target="../tags/tag271.xml"/><Relationship Id="rId18" Type="http://schemas.openxmlformats.org/officeDocument/2006/relationships/tags" Target="../tags/tag270.xml"/><Relationship Id="rId17" Type="http://schemas.openxmlformats.org/officeDocument/2006/relationships/tags" Target="../tags/tag269.xml"/><Relationship Id="rId16" Type="http://schemas.openxmlformats.org/officeDocument/2006/relationships/tags" Target="../tags/tag268.xml"/><Relationship Id="rId15" Type="http://schemas.openxmlformats.org/officeDocument/2006/relationships/image" Target="../media/image17.jpeg"/><Relationship Id="rId14" Type="http://schemas.openxmlformats.org/officeDocument/2006/relationships/tags" Target="../tags/tag267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2" Type="http://schemas.openxmlformats.org/officeDocument/2006/relationships/theme" Target="../theme/theme4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slideLayout" Target="../slideLayouts/slideLayout40.xml"/><Relationship Id="rId19" Type="http://schemas.openxmlformats.org/officeDocument/2006/relationships/tags" Target="../tags/tag355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image" Target="../media/image21.png"/><Relationship Id="rId13" Type="http://schemas.openxmlformats.org/officeDocument/2006/relationships/tags" Target="../tags/tag350.xml"/><Relationship Id="rId12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8" Type="http://schemas.openxmlformats.org/officeDocument/2006/relationships/theme" Target="../theme/theme5.xml"/><Relationship Id="rId27" Type="http://schemas.openxmlformats.org/officeDocument/2006/relationships/tags" Target="../tags/tag474.xml"/><Relationship Id="rId26" Type="http://schemas.openxmlformats.org/officeDocument/2006/relationships/image" Target="../media/image40.png"/><Relationship Id="rId25" Type="http://schemas.openxmlformats.org/officeDocument/2006/relationships/tags" Target="../tags/tag473.xml"/><Relationship Id="rId24" Type="http://schemas.openxmlformats.org/officeDocument/2006/relationships/image" Target="../media/image49.svg"/><Relationship Id="rId23" Type="http://schemas.openxmlformats.org/officeDocument/2006/relationships/image" Target="../media/image48.png"/><Relationship Id="rId22" Type="http://schemas.openxmlformats.org/officeDocument/2006/relationships/tags" Target="../tags/tag472.xml"/><Relationship Id="rId21" Type="http://schemas.openxmlformats.org/officeDocument/2006/relationships/tags" Target="../tags/tag471.xml"/><Relationship Id="rId20" Type="http://schemas.openxmlformats.org/officeDocument/2006/relationships/tags" Target="../tags/tag470.xml"/><Relationship Id="rId2" Type="http://schemas.openxmlformats.org/officeDocument/2006/relationships/slideLayout" Target="../slideLayouts/slideLayout52.xml"/><Relationship Id="rId19" Type="http://schemas.openxmlformats.org/officeDocument/2006/relationships/tags" Target="../tags/tag469.xml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image" Target="../media/image47.png"/><Relationship Id="rId15" Type="http://schemas.openxmlformats.org/officeDocument/2006/relationships/tags" Target="../tags/tag466.xml"/><Relationship Id="rId14" Type="http://schemas.openxmlformats.org/officeDocument/2006/relationships/tags" Target="../tags/tag465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5" Type="http://schemas.openxmlformats.org/officeDocument/2006/relationships/theme" Target="../theme/theme6.xml"/><Relationship Id="rId24" Type="http://schemas.openxmlformats.org/officeDocument/2006/relationships/tags" Target="../tags/tag579.xml"/><Relationship Id="rId23" Type="http://schemas.openxmlformats.org/officeDocument/2006/relationships/tags" Target="../tags/tag578.xml"/><Relationship Id="rId22" Type="http://schemas.openxmlformats.org/officeDocument/2006/relationships/tags" Target="../tags/tag577.xml"/><Relationship Id="rId21" Type="http://schemas.openxmlformats.org/officeDocument/2006/relationships/tags" Target="../tags/tag576.xml"/><Relationship Id="rId20" Type="http://schemas.openxmlformats.org/officeDocument/2006/relationships/tags" Target="../tags/tag575.xml"/><Relationship Id="rId2" Type="http://schemas.openxmlformats.org/officeDocument/2006/relationships/slideLayout" Target="../slideLayouts/slideLayout65.xml"/><Relationship Id="rId19" Type="http://schemas.openxmlformats.org/officeDocument/2006/relationships/tags" Target="../tags/tag574.xml"/><Relationship Id="rId18" Type="http://schemas.openxmlformats.org/officeDocument/2006/relationships/tags" Target="../tags/tag573.xml"/><Relationship Id="rId17" Type="http://schemas.openxmlformats.org/officeDocument/2006/relationships/tags" Target="../tags/tag572.xml"/><Relationship Id="rId16" Type="http://schemas.openxmlformats.org/officeDocument/2006/relationships/image" Target="../media/image50.png"/><Relationship Id="rId15" Type="http://schemas.openxmlformats.org/officeDocument/2006/relationships/tags" Target="../tags/tag571.xml"/><Relationship Id="rId14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7" t="68025"/>
          <a:stretch>
            <a:fillRect/>
          </a:stretch>
        </p:blipFill>
        <p:spPr>
          <a:xfrm flipH="1">
            <a:off x="0" y="5486383"/>
            <a:ext cx="2466975" cy="13716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9" r="56910" b="54149"/>
          <a:stretch>
            <a:fillRect/>
          </a:stretch>
        </p:blipFill>
        <p:spPr>
          <a:xfrm flipH="1">
            <a:off x="10200005" y="0"/>
            <a:ext cx="1991360" cy="130175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>
                <a:lumMod val="75000"/>
                <a:lumOff val="2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1" descr="图片包含 游戏机, 躺, 灯光&#10;&#10;描述已自动生成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4"/>
          <a:stretch>
            <a:fillRect/>
          </a:stretch>
        </p:blipFill>
        <p:spPr>
          <a:xfrm flipH="1">
            <a:off x="0" y="0"/>
            <a:ext cx="12192000" cy="6858000"/>
          </a:xfrm>
          <a:custGeom>
            <a:avLst/>
            <a:gdLst>
              <a:gd name="connsiteX0" fmla="*/ 0 w 10287000"/>
              <a:gd name="connsiteY0" fmla="*/ 0 h 6858000"/>
              <a:gd name="connsiteX1" fmla="*/ 10287000 w 10287000"/>
              <a:gd name="connsiteY1" fmla="*/ 0 h 6858000"/>
              <a:gd name="connsiteX2" fmla="*/ 10287000 w 10287000"/>
              <a:gd name="connsiteY2" fmla="*/ 6858000 h 6858000"/>
              <a:gd name="connsiteX3" fmla="*/ 0 w 1028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7000" h="6858000">
                <a:moveTo>
                  <a:pt x="0" y="0"/>
                </a:moveTo>
                <a:lnTo>
                  <a:pt x="10287000" y="0"/>
                </a:lnTo>
                <a:lnTo>
                  <a:pt x="10287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>
                <a:lumMod val="75000"/>
                <a:lumOff val="2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1@4x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81745"/>
          <a:stretch>
            <a:fillRect/>
          </a:stretch>
        </p:blipFill>
        <p:spPr>
          <a:xfrm>
            <a:off x="0" y="0"/>
            <a:ext cx="504825" cy="2333625"/>
          </a:xfrm>
          <a:prstGeom prst="rect">
            <a:avLst/>
          </a:prstGeom>
        </p:spPr>
      </p:pic>
      <p:pic>
        <p:nvPicPr>
          <p:cNvPr id="8" name="图片 3" descr="资源 11@4x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rcRect l="81745"/>
          <a:stretch>
            <a:fillRect/>
          </a:stretch>
        </p:blipFill>
        <p:spPr>
          <a:xfrm flipH="1">
            <a:off x="11687175" y="4069080"/>
            <a:ext cx="504825" cy="233362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中宋简" panose="02010600000101010101" charset="-128"/>
                <a:ea typeface="汉仪中宋简" panose="02010600000101010101" charset="-128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中宋简" panose="02010600000101010101" charset="-128"/>
                <a:ea typeface="汉仪中宋简" panose="0201060000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中宋简" panose="02010600000101010101" charset="-128"/>
                <a:ea typeface="汉仪中宋简" panose="02010600000101010101" charset="-128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srgbClr val="738468"/>
            </a:solidFill>
          </a:uFill>
          <a:latin typeface="汉仪中宋简" panose="02010600000101010101" charset="-128"/>
          <a:ea typeface="汉仪中宋简" panose="02010600000101010101" charset="-128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汉仪中宋简" panose="02010600000101010101" charset="-128"/>
          <a:ea typeface="汉仪中宋简" panose="02010600000101010101" charset="-128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汉仪中宋简" panose="02010600000101010101" charset="-128"/>
          <a:ea typeface="汉仪中宋简" panose="02010600000101010101" charset="-128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中宋简" panose="02010600000101010101" charset="-128"/>
          <a:ea typeface="汉仪中宋简" panose="02010600000101010101" charset="-128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中宋简" panose="02010600000101010101" charset="-128"/>
          <a:ea typeface="汉仪中宋简" panose="02010600000101010101" charset="-128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中宋简" panose="02010600000101010101" charset="-128"/>
          <a:ea typeface="汉仪中宋简" panose="0201060000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6"/>
          <p:cNvSpPr/>
          <p:nvPr>
            <p:custDataLst>
              <p:tags r:id="rId14"/>
            </p:custDataLst>
          </p:nvPr>
        </p:nvSpPr>
        <p:spPr>
          <a:xfrm>
            <a:off x="0" y="0"/>
            <a:ext cx="12192000" cy="2133600"/>
          </a:xfrm>
          <a:custGeom>
            <a:avLst/>
            <a:gdLst>
              <a:gd name="connsiteX0" fmla="*/ 0 w 12192000"/>
              <a:gd name="connsiteY0" fmla="*/ 0 h 1541095"/>
              <a:gd name="connsiteX1" fmla="*/ 12192000 w 12192000"/>
              <a:gd name="connsiteY1" fmla="*/ 0 h 1541095"/>
              <a:gd name="connsiteX2" fmla="*/ 12192000 w 12192000"/>
              <a:gd name="connsiteY2" fmla="*/ 1183615 h 1541095"/>
              <a:gd name="connsiteX3" fmla="*/ 11941262 w 12192000"/>
              <a:gd name="connsiteY3" fmla="*/ 1237543 h 1541095"/>
              <a:gd name="connsiteX4" fmla="*/ 10153650 w 12192000"/>
              <a:gd name="connsiteY4" fmla="*/ 1390650 h 1541095"/>
              <a:gd name="connsiteX5" fmla="*/ 8362950 w 12192000"/>
              <a:gd name="connsiteY5" fmla="*/ 952500 h 1541095"/>
              <a:gd name="connsiteX6" fmla="*/ 5715000 w 12192000"/>
              <a:gd name="connsiteY6" fmla="*/ 247650 h 1541095"/>
              <a:gd name="connsiteX7" fmla="*/ 3219450 w 12192000"/>
              <a:gd name="connsiteY7" fmla="*/ 628650 h 1541095"/>
              <a:gd name="connsiteX8" fmla="*/ 108347 w 12192000"/>
              <a:gd name="connsiteY8" fmla="*/ 1529209 h 1541095"/>
              <a:gd name="connsiteX9" fmla="*/ 0 w 12192000"/>
              <a:gd name="connsiteY9" fmla="*/ 1541095 h 154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41095">
                <a:moveTo>
                  <a:pt x="0" y="0"/>
                </a:moveTo>
                <a:lnTo>
                  <a:pt x="12192000" y="0"/>
                </a:lnTo>
                <a:lnTo>
                  <a:pt x="12192000" y="1183615"/>
                </a:lnTo>
                <a:lnTo>
                  <a:pt x="11941262" y="1237543"/>
                </a:lnTo>
                <a:cubicBezTo>
                  <a:pt x="11344771" y="1346250"/>
                  <a:pt x="10614025" y="1392635"/>
                  <a:pt x="10153650" y="1390650"/>
                </a:cubicBezTo>
                <a:cubicBezTo>
                  <a:pt x="9417050" y="1387475"/>
                  <a:pt x="9007475" y="1200150"/>
                  <a:pt x="8362950" y="952500"/>
                </a:cubicBezTo>
                <a:cubicBezTo>
                  <a:pt x="7718425" y="704850"/>
                  <a:pt x="6572250" y="301625"/>
                  <a:pt x="5715000" y="247650"/>
                </a:cubicBezTo>
                <a:cubicBezTo>
                  <a:pt x="4857750" y="193675"/>
                  <a:pt x="4216401" y="25400"/>
                  <a:pt x="3219450" y="628650"/>
                </a:cubicBezTo>
                <a:cubicBezTo>
                  <a:pt x="2471738" y="1081088"/>
                  <a:pt x="1102519" y="1406724"/>
                  <a:pt x="108347" y="1529209"/>
                </a:cubicBezTo>
                <a:lnTo>
                  <a:pt x="0" y="154109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17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>
                  <a:alpha val="73000"/>
                </a:schemeClr>
              </a:solidFill>
            </a:endParaRPr>
          </a:p>
        </p:txBody>
      </p:sp>
      <p:pic>
        <p:nvPicPr>
          <p:cNvPr id="173" name="图片 17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alphaModFix amt="55000"/>
          </a:blip>
          <a:srcRect l="25768" b="65892"/>
          <a:stretch>
            <a:fillRect/>
          </a:stretch>
        </p:blipFill>
        <p:spPr>
          <a:xfrm>
            <a:off x="0" y="6134363"/>
            <a:ext cx="3335363" cy="723637"/>
          </a:xfrm>
          <a:custGeom>
            <a:avLst/>
            <a:gdLst>
              <a:gd name="connsiteX0" fmla="*/ 0 w 3335363"/>
              <a:gd name="connsiteY0" fmla="*/ 0 h 723637"/>
              <a:gd name="connsiteX1" fmla="*/ 3335363 w 3335363"/>
              <a:gd name="connsiteY1" fmla="*/ 0 h 723637"/>
              <a:gd name="connsiteX2" fmla="*/ 3335363 w 3335363"/>
              <a:gd name="connsiteY2" fmla="*/ 723637 h 723637"/>
              <a:gd name="connsiteX3" fmla="*/ 0 w 3335363"/>
              <a:gd name="connsiteY3" fmla="*/ 723637 h 723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5363" h="723637">
                <a:moveTo>
                  <a:pt x="0" y="0"/>
                </a:moveTo>
                <a:lnTo>
                  <a:pt x="3335363" y="0"/>
                </a:lnTo>
                <a:lnTo>
                  <a:pt x="3335363" y="723637"/>
                </a:lnTo>
                <a:lnTo>
                  <a:pt x="0" y="723637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0" name="图形 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alphaModFix amt="42000"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14715237">
            <a:off x="11695430" y="53340"/>
            <a:ext cx="546735" cy="668655"/>
          </a:xfrm>
          <a:prstGeom prst="rect">
            <a:avLst/>
          </a:prstGeom>
        </p:spPr>
      </p:pic>
      <p:pic>
        <p:nvPicPr>
          <p:cNvPr id="126" name="图片 1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rcRect/>
          <a:stretch>
            <a:fillRect/>
          </a:stretch>
        </p:blipFill>
        <p:spPr>
          <a:xfrm flipH="1">
            <a:off x="11407140" y="6030595"/>
            <a:ext cx="788035" cy="827405"/>
          </a:xfrm>
          <a:custGeom>
            <a:avLst/>
            <a:gdLst>
              <a:gd name="connsiteX0" fmla="*/ 0 w 2810500"/>
              <a:gd name="connsiteY0" fmla="*/ 0 h 2950720"/>
              <a:gd name="connsiteX1" fmla="*/ 2810500 w 2810500"/>
              <a:gd name="connsiteY1" fmla="*/ 0 h 2950720"/>
              <a:gd name="connsiteX2" fmla="*/ 2810500 w 2810500"/>
              <a:gd name="connsiteY2" fmla="*/ 2950720 h 2950720"/>
              <a:gd name="connsiteX3" fmla="*/ 0 w 2810500"/>
              <a:gd name="connsiteY3" fmla="*/ 2950720 h 2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0500" h="2950720">
                <a:moveTo>
                  <a:pt x="0" y="0"/>
                </a:moveTo>
                <a:lnTo>
                  <a:pt x="2810500" y="0"/>
                </a:lnTo>
                <a:lnTo>
                  <a:pt x="2810500" y="2950720"/>
                </a:lnTo>
                <a:lnTo>
                  <a:pt x="0" y="2950720"/>
                </a:lnTo>
                <a:close/>
              </a:path>
            </a:pathLst>
          </a:custGeom>
        </p:spPr>
      </p:pic>
      <p:sp>
        <p:nvSpPr>
          <p:cNvPr id="9" name="KSO_TEMPLATE" hidden="1"/>
          <p:cNvSpPr/>
          <p:nvPr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accent3">
                <a:lumMod val="7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氛围图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-49" y="-28"/>
            <a:ext cx="12192098" cy="6858055"/>
          </a:xfrm>
          <a:prstGeom prst="rect">
            <a:avLst/>
          </a:prstGeom>
          <a:gradFill>
            <a:gsLst>
              <a:gs pos="0">
                <a:schemeClr val="bg2">
                  <a:alpha val="9000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4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7.xml"/><Relationship Id="rId5" Type="http://schemas.openxmlformats.org/officeDocument/2006/relationships/tags" Target="../tags/tag582.xml"/><Relationship Id="rId4" Type="http://schemas.openxmlformats.org/officeDocument/2006/relationships/image" Target="../media/image53.jpeg"/><Relationship Id="rId3" Type="http://schemas.openxmlformats.org/officeDocument/2006/relationships/image" Target="../media/image52.png"/><Relationship Id="rId2" Type="http://schemas.openxmlformats.org/officeDocument/2006/relationships/tags" Target="../tags/tag581.xml"/><Relationship Id="rId1" Type="http://schemas.openxmlformats.org/officeDocument/2006/relationships/tags" Target="../tags/tag58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5.xml"/><Relationship Id="rId1" Type="http://schemas.openxmlformats.org/officeDocument/2006/relationships/image" Target="../media/image5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5.xml"/><Relationship Id="rId5" Type="http://schemas.openxmlformats.org/officeDocument/2006/relationships/tags" Target="../tags/tag584.xml"/><Relationship Id="rId4" Type="http://schemas.openxmlformats.org/officeDocument/2006/relationships/image" Target="../media/image57.jpe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tags" Target="../tags/tag58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.xml"/><Relationship Id="rId3" Type="http://schemas.openxmlformats.org/officeDocument/2006/relationships/tags" Target="../tags/tag585.xml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.xml"/><Relationship Id="rId3" Type="http://schemas.openxmlformats.org/officeDocument/2006/relationships/tags" Target="../tags/tag586.xml"/><Relationship Id="rId2" Type="http://schemas.openxmlformats.org/officeDocument/2006/relationships/image" Target="../media/image61.jpeg"/><Relationship Id="rId1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0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95.xml"/><Relationship Id="rId8" Type="http://schemas.openxmlformats.org/officeDocument/2006/relationships/tags" Target="../tags/tag594.xml"/><Relationship Id="rId7" Type="http://schemas.openxmlformats.org/officeDocument/2006/relationships/tags" Target="../tags/tag593.xml"/><Relationship Id="rId6" Type="http://schemas.openxmlformats.org/officeDocument/2006/relationships/tags" Target="../tags/tag592.xml"/><Relationship Id="rId5" Type="http://schemas.openxmlformats.org/officeDocument/2006/relationships/tags" Target="../tags/tag591.xml"/><Relationship Id="rId4" Type="http://schemas.openxmlformats.org/officeDocument/2006/relationships/tags" Target="../tags/tag590.xml"/><Relationship Id="rId3" Type="http://schemas.openxmlformats.org/officeDocument/2006/relationships/tags" Target="../tags/tag589.xml"/><Relationship Id="rId2" Type="http://schemas.openxmlformats.org/officeDocument/2006/relationships/tags" Target="../tags/tag588.xml"/><Relationship Id="rId14" Type="http://schemas.openxmlformats.org/officeDocument/2006/relationships/slideLayout" Target="../slideLayouts/slideLayout70.xml"/><Relationship Id="rId13" Type="http://schemas.openxmlformats.org/officeDocument/2006/relationships/image" Target="../media/image68.png"/><Relationship Id="rId12" Type="http://schemas.openxmlformats.org/officeDocument/2006/relationships/tags" Target="../tags/tag598.xml"/><Relationship Id="rId11" Type="http://schemas.openxmlformats.org/officeDocument/2006/relationships/tags" Target="../tags/tag597.xml"/><Relationship Id="rId10" Type="http://schemas.openxmlformats.org/officeDocument/2006/relationships/tags" Target="../tags/tag596.xml"/><Relationship Id="rId1" Type="http://schemas.openxmlformats.org/officeDocument/2006/relationships/tags" Target="../tags/tag5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0.xml"/><Relationship Id="rId1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0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07.xml"/><Relationship Id="rId8" Type="http://schemas.openxmlformats.org/officeDocument/2006/relationships/tags" Target="../tags/tag606.xml"/><Relationship Id="rId7" Type="http://schemas.openxmlformats.org/officeDocument/2006/relationships/tags" Target="../tags/tag605.xml"/><Relationship Id="rId6" Type="http://schemas.openxmlformats.org/officeDocument/2006/relationships/tags" Target="../tags/tag604.xml"/><Relationship Id="rId5" Type="http://schemas.openxmlformats.org/officeDocument/2006/relationships/tags" Target="../tags/tag603.xml"/><Relationship Id="rId4" Type="http://schemas.openxmlformats.org/officeDocument/2006/relationships/tags" Target="../tags/tag602.xml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3" Type="http://schemas.openxmlformats.org/officeDocument/2006/relationships/slideLayout" Target="../slideLayouts/slideLayout70.xml"/><Relationship Id="rId12" Type="http://schemas.openxmlformats.org/officeDocument/2006/relationships/tags" Target="../tags/tag610.xml"/><Relationship Id="rId11" Type="http://schemas.openxmlformats.org/officeDocument/2006/relationships/tags" Target="../tags/tag609.xml"/><Relationship Id="rId10" Type="http://schemas.openxmlformats.org/officeDocument/2006/relationships/tags" Target="../tags/tag608.xml"/><Relationship Id="rId1" Type="http://schemas.openxmlformats.org/officeDocument/2006/relationships/tags" Target="../tags/tag59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tags" Target="../tags/tag614.xml"/><Relationship Id="rId3" Type="http://schemas.openxmlformats.org/officeDocument/2006/relationships/tags" Target="../tags/tag613.xml"/><Relationship Id="rId2" Type="http://schemas.openxmlformats.org/officeDocument/2006/relationships/tags" Target="../tags/tag612.xml"/><Relationship Id="rId13" Type="http://schemas.openxmlformats.org/officeDocument/2006/relationships/slideLayout" Target="../slideLayouts/slideLayout70.xml"/><Relationship Id="rId12" Type="http://schemas.openxmlformats.org/officeDocument/2006/relationships/tags" Target="../tags/tag622.xml"/><Relationship Id="rId11" Type="http://schemas.openxmlformats.org/officeDocument/2006/relationships/tags" Target="../tags/tag621.xml"/><Relationship Id="rId10" Type="http://schemas.openxmlformats.org/officeDocument/2006/relationships/tags" Target="../tags/tag620.xml"/><Relationship Id="rId1" Type="http://schemas.openxmlformats.org/officeDocument/2006/relationships/tags" Target="../tags/tag6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4.xml"/><Relationship Id="rId3" Type="http://schemas.openxmlformats.org/officeDocument/2006/relationships/tags" Target="../tags/tag625.xml"/><Relationship Id="rId2" Type="http://schemas.openxmlformats.org/officeDocument/2006/relationships/tags" Target="../tags/tag624.xml"/><Relationship Id="rId1" Type="http://schemas.openxmlformats.org/officeDocument/2006/relationships/tags" Target="../tags/tag6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84609" y="-855881"/>
            <a:ext cx="10465950" cy="2570400"/>
          </a:xfrm>
        </p:spPr>
        <p:txBody>
          <a:bodyPr/>
          <a:p>
            <a:pPr algn="l"/>
            <a:r>
              <a:rPr lang="en-US" altLang="zh-CN" sz="48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StockLink: Connecting Orders, Inventory and Smarter Decisions</a:t>
            </a:r>
            <a:endParaRPr lang="en-US" altLang="zh-CN" sz="4800" b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34874" y="1714500"/>
            <a:ext cx="7559518" cy="1472400"/>
          </a:xfrm>
        </p:spPr>
        <p:txBody>
          <a:bodyPr>
            <a:noAutofit/>
          </a:bodyPr>
          <a:p>
            <a:pPr algn="l"/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Product Name</a:t>
            </a:r>
            <a:r>
              <a:rPr lang="zh-CN" altLang="en-US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StockLink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Position</a:t>
            </a:r>
            <a:r>
              <a:rPr lang="zh-CN" altLang="en-US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Order-Driven Inventory Risk Automation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Team Name:</a:t>
            </a:r>
            <a:r>
              <a:rPr lang="en-US" altLang="zh-CN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RM15 Refunders 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r>
              <a:rPr lang="en-US" altLang="zh-CN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Wang Yanfeng,Liu Jiaming,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                      Zhou Xiaduo,Geng Ruixi,Gao Zijun 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Core purpose: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 StockLink is an automated tool that connects orders with inventory.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Introduce</a:t>
            </a:r>
            <a:r>
              <a:rPr lang="zh-CN" altLang="en-US" b="1" spc="0">
                <a:solidFill>
                  <a:schemeClr val="accent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b="1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StockLink connects customer orders, ingredient inventory and incoming deliveries to identify stockout risks early and recommend actions for human approval.</a:t>
            </a:r>
            <a:endParaRPr lang="en-US" altLang="zh-CN" sz="2000" b="1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White and Blue Modern AI Digital Marketing Present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486" y="2669119"/>
            <a:ext cx="4273332" cy="3460841"/>
          </a:xfrm>
          <a:prstGeom prst="rect">
            <a:avLst/>
          </a:prstGeom>
        </p:spPr>
      </p:pic>
      <p:pic>
        <p:nvPicPr>
          <p:cNvPr id="6" name="图片 5" descr="194a65171e6e795457cd8bbb1501de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21" y="278132"/>
            <a:ext cx="1064038" cy="1064038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 userDrawn="1"/>
        </p:nvSpPr>
        <p:spPr>
          <a:xfrm>
            <a:off x="488315" y="3087053"/>
            <a:ext cx="2696210" cy="70675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accent1"/>
                </a:solidFill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CONTENT</a:t>
            </a:r>
            <a:endParaRPr lang="en-US" altLang="zh-CN" sz="4000" b="1">
              <a:solidFill>
                <a:schemeClr val="accent1"/>
              </a:solidFill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pic>
        <p:nvPicPr>
          <p:cNvPr id="2" name="图片 1" descr="93eb86e422caaa925bb932de92f7fcf8"/>
          <p:cNvPicPr>
            <a:picLocks noChangeAspect="1"/>
          </p:cNvPicPr>
          <p:nvPr/>
        </p:nvPicPr>
        <p:blipFill>
          <a:blip r:embed="rId1"/>
          <a:srcRect l="-469" t="12753" r="2048" b="2960"/>
          <a:stretch>
            <a:fillRect/>
          </a:stretch>
        </p:blipFill>
        <p:spPr>
          <a:xfrm>
            <a:off x="4091940" y="1259205"/>
            <a:ext cx="7600315" cy="4339590"/>
          </a:xfrm>
          <a:prstGeom prst="round2Diag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2" name="椭圆 11"/>
          <p:cNvSpPr/>
          <p:nvPr/>
        </p:nvSpPr>
        <p:spPr>
          <a:xfrm>
            <a:off x="34290" y="50800"/>
            <a:ext cx="996315" cy="925830"/>
          </a:xfrm>
          <a:prstGeom prst="ellipse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0232" y="798910"/>
            <a:ext cx="9891673" cy="705600"/>
          </a:xfrm>
        </p:spPr>
        <p:txBody>
          <a:bodyPr>
            <a:normAutofit fontScale="90000"/>
          </a:bodyPr>
          <a:p>
            <a:pPr algn="ctr"/>
            <a:r>
              <a:rPr lang="en-US" altLang="zh-CN" sz="31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Small Businesses Struggle to Keep Orders and Inventory in Sync ?</a:t>
            </a:r>
            <a:endParaRPr lang="en-US" altLang="zh-CN" sz="3100" b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3754" y="153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</a:t>
            </a:r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The Problem 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8651" y="2055229"/>
            <a:ext cx="2959737" cy="348672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Customer orders and inventory records are fragmented. Store owners rely on manual calculations to determine raw material requirements.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 descr="问号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75" y="210820"/>
            <a:ext cx="583565" cy="583565"/>
          </a:xfrm>
          <a:prstGeom prst="rect">
            <a:avLst/>
          </a:prstGeom>
        </p:spPr>
      </p:pic>
      <p:pic>
        <p:nvPicPr>
          <p:cNvPr id="3" name="图片 2" descr="a6b197ae3ce43d833dffc4e3c72a0a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385" y="1668145"/>
            <a:ext cx="7579360" cy="42608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047407" y="275880"/>
            <a:ext cx="4302195" cy="80015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Tar</a:t>
            </a:r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get Users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2605549" y="908790"/>
            <a:ext cx="7137480" cy="65584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Built for Micro and small Business</a:t>
            </a:r>
            <a:endParaRPr lang="zh-CN" altLang="en-US" sz="28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2024545"/>
            <a:ext cx="3486286" cy="60556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Example Scenario: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695466" y="2595928"/>
            <a:ext cx="4529484" cy="2668686"/>
          </a:xfrm>
          <a:prstGeom prst="rect">
            <a:avLst/>
          </a:prstGeom>
        </p:spPr>
        <p:txBody>
          <a:bodyPr wrap="square" rtlCol="0">
            <a:noAutofit/>
          </a:bodyPr>
          <a:p>
            <a:pPr indent="0" fontAlgn="auto">
              <a:lnSpc>
                <a:spcPct val="11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 café receives a new order and needs to check whether it has enough milk, coffee beans and other ingredients, and whether existing purchase orders can replenish its stock on time.</a:t>
            </a:r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953" y="1615984"/>
            <a:ext cx="6421370" cy="41920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4" y="171113"/>
            <a:ext cx="737602" cy="73760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022891" y="268386"/>
            <a:ext cx="5639554" cy="86983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latin typeface="Times New Roman" panose="02020603050405020304" charset="0"/>
                <a:ea typeface="MiSans Normal" panose="00000500000000000000" charset="-122"/>
                <a:cs typeface="Times New Roman" panose="02020603050405020304" charset="0"/>
              </a:rPr>
              <a:t>Our solution</a:t>
            </a:r>
            <a:endParaRPr lang="zh-CN" altLang="en-US" sz="3600" b="1">
              <a:latin typeface="Times New Roman" panose="02020603050405020304" charset="0"/>
              <a:ea typeface="MiSans Normal" panose="00000500000000000000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511164" y="823067"/>
            <a:ext cx="9780978" cy="101026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 sz="32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One connected view of orders,stock and incoming supplies</a:t>
            </a:r>
            <a:endParaRPr lang="zh-CN" altLang="en-US" sz="32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0" y="1993817"/>
            <a:ext cx="2971374" cy="44854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Key Capabilities:</a:t>
            </a:r>
            <a:endParaRPr lang="en-US" altLang="zh-CN"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331015" y="2351878"/>
            <a:ext cx="7160220" cy="3763539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en-US" altLang="zh-CN"/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1.Convert Customer Orders into Ingredient Demand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2.Combine Current Stock and Pending Purchase Orders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3.Forecast Future Inventory Levels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4.Identify Stockout Risks Early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5.Recommend Actions for User Approval </a:t>
            </a:r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897" y="1833354"/>
            <a:ext cx="4572000" cy="480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55" y="268356"/>
            <a:ext cx="549380" cy="55047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9058275" y="144907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027237" y="270151"/>
            <a:ext cx="464439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How StockLink Works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310253" y="1079448"/>
            <a:ext cx="6889115" cy="58356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From New Orders to Actionable Alerts</a:t>
            </a:r>
            <a:endParaRPr lang="en-US" altLang="zh-CN" sz="32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pic>
        <p:nvPicPr>
          <p:cNvPr id="5" name="E657119C-6982-421D-8BA7-E74DEB70A7D9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94557"/>
            <a:ext cx="5387809" cy="28445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939" y="4144460"/>
            <a:ext cx="4358644" cy="24255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457" y="1662984"/>
            <a:ext cx="4378040" cy="2344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29" y="335542"/>
            <a:ext cx="532281" cy="5145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21983" y="342773"/>
            <a:ext cx="1097280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From stock data to a clear next action</a:t>
            </a:r>
            <a:endParaRPr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110" y="1207008"/>
            <a:ext cx="108813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 practical workflow for a small café, bakery or restaurant.</a:t>
            </a:r>
            <a:endParaRPr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7246" y="1828800"/>
            <a:ext cx="2121408" cy="1874519"/>
          </a:xfrm>
          <a:prstGeom prst="roundRect">
            <a:avLst/>
          </a:prstGeom>
          <a:solidFill>
            <a:srgbClr val="EEF6F7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406" y="1965960"/>
            <a:ext cx="502920" cy="2546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6A394"/>
                </a:solidFill>
                <a:latin typeface="Aptos"/>
              </a:rPr>
              <a:t>01</a:t>
            </a:r>
            <a:endParaRPr sz="13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406" y="233172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Order arrives</a:t>
            </a:r>
            <a:endParaRPr b="1">
              <a:solidFill>
                <a:srgbClr val="10203A"/>
              </a:solidFill>
              <a:cs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406" y="2816352"/>
            <a:ext cx="1828800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Confirmed orders create ingredient demand.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52078" y="2514600"/>
            <a:ext cx="201168" cy="393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200" b="1">
                <a:solidFill>
                  <a:srgbClr val="16A394"/>
                </a:solidFill>
                <a:latin typeface="Aptos"/>
              </a:rPr>
              <a:t>›</a:t>
            </a:r>
            <a:endParaRPr sz="22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34958" y="1828800"/>
            <a:ext cx="2121408" cy="1874519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2118" y="1965960"/>
            <a:ext cx="502920" cy="2546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6A394"/>
                </a:solidFill>
                <a:latin typeface="Aptos"/>
              </a:rPr>
              <a:t>02</a:t>
            </a:r>
            <a:endParaRPr sz="13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67025" y="2331720"/>
            <a:ext cx="203327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Forecast updates</a:t>
            </a:r>
            <a:endParaRPr b="1">
              <a:solidFill>
                <a:srgbClr val="10203A"/>
              </a:solidFill>
              <a:latin typeface="Aptos"/>
              <a:cs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2118" y="2816352"/>
            <a:ext cx="1828800" cy="7004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Stock is projected against demand and delivery timing.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19790" y="2514600"/>
            <a:ext cx="201168" cy="393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200" b="1">
                <a:solidFill>
                  <a:srgbClr val="16A394"/>
                </a:solidFill>
                <a:latin typeface="Aptos"/>
              </a:rPr>
              <a:t>›</a:t>
            </a:r>
            <a:endParaRPr sz="22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02035" y="1828800"/>
            <a:ext cx="2121408" cy="1874519"/>
          </a:xfrm>
          <a:prstGeom prst="roundRect">
            <a:avLst/>
          </a:prstGeom>
          <a:solidFill>
            <a:srgbClr val="EEF6F7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830" y="1965960"/>
            <a:ext cx="502920" cy="2546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6A394"/>
                </a:solidFill>
                <a:latin typeface="Aptos"/>
              </a:rPr>
              <a:t>03</a:t>
            </a:r>
            <a:endParaRPr sz="13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39830" y="233172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Risk explained</a:t>
            </a:r>
            <a:endParaRPr b="1">
              <a:solidFill>
                <a:srgbClr val="10203A"/>
              </a:solidFill>
              <a:latin typeface="Aptos"/>
              <a:cs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9830" y="2816352"/>
            <a:ext cx="1828800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StockLink </a:t>
            </a:r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shows why a shortage may happen.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87501" y="2514600"/>
            <a:ext cx="201168" cy="393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200" b="1">
                <a:solidFill>
                  <a:srgbClr val="16A394"/>
                </a:solidFill>
                <a:latin typeface="Aptos"/>
              </a:rPr>
              <a:t>›</a:t>
            </a:r>
            <a:endParaRPr sz="22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70381" y="1828800"/>
            <a:ext cx="2121408" cy="1874519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541" y="1965960"/>
            <a:ext cx="502920" cy="2546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6A394"/>
                </a:solidFill>
                <a:latin typeface="Aptos"/>
              </a:rPr>
              <a:t>04</a:t>
            </a:r>
            <a:endParaRPr sz="13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07541" y="233172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Person approves</a:t>
            </a:r>
            <a:endParaRPr b="1">
              <a:solidFill>
                <a:srgbClr val="1020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07541" y="2816352"/>
            <a:ext cx="1828800" cy="7004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A user reviews a suggested supplier follow-up.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55213" y="2514600"/>
            <a:ext cx="201168" cy="393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200" b="1">
                <a:solidFill>
                  <a:srgbClr val="16A394"/>
                </a:solidFill>
                <a:latin typeface="Aptos"/>
              </a:rPr>
              <a:t>›</a:t>
            </a:r>
            <a:endParaRPr sz="22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38094" y="1828800"/>
            <a:ext cx="2121408" cy="1874519"/>
          </a:xfrm>
          <a:prstGeom prst="roundRect">
            <a:avLst/>
          </a:prstGeom>
          <a:solidFill>
            <a:srgbClr val="EEF6F7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5254" y="1965960"/>
            <a:ext cx="502920" cy="2546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1">
                <a:solidFill>
                  <a:srgbClr val="16A394"/>
                </a:solidFill>
                <a:latin typeface="Aptos"/>
              </a:rPr>
              <a:t>05</a:t>
            </a:r>
            <a:endParaRPr sz="1300" b="1">
              <a:solidFill>
                <a:srgbClr val="16A394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75254" y="2331720"/>
            <a:ext cx="182880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Action recorded</a:t>
            </a:r>
            <a:endParaRPr b="1">
              <a:solidFill>
                <a:srgbClr val="10203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75254" y="2816352"/>
            <a:ext cx="1828800" cy="7004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The decision and result appear in the activity log.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686" y="4069080"/>
            <a:ext cx="3657600" cy="66992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EXPECTED OPERATIONAL BENEFITS</a:t>
            </a:r>
            <a:endParaRPr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686" y="4912360"/>
            <a:ext cx="35204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854" y="4581144"/>
            <a:ext cx="31546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Fewer surprises</a:t>
            </a:r>
            <a:endParaRPr b="1">
              <a:solidFill>
                <a:srgbClr val="10203A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8269" y="5215128"/>
            <a:ext cx="3136392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Spot risk </a:t>
            </a:r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early enough for teams to respond.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426141" y="4912360"/>
            <a:ext cx="35204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893" y="4581144"/>
            <a:ext cx="315468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Less manual chasing</a:t>
            </a:r>
            <a:endParaRPr b="1">
              <a:solidFill>
                <a:srgbClr val="10203A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08893" y="5166233"/>
            <a:ext cx="3136392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Reduce </a:t>
            </a:r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repeated checks across messages and spreadsheets.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20571" y="4912360"/>
            <a:ext cx="338328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7934" y="4581144"/>
            <a:ext cx="301752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cs typeface="+mn-lt"/>
              </a:rPr>
              <a:t>Clear accountability</a:t>
            </a:r>
            <a:endParaRPr b="1">
              <a:solidFill>
                <a:srgbClr val="10203A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57934" y="5215128"/>
            <a:ext cx="2999232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>
                <a:solidFill>
                  <a:srgbClr val="5F6F80"/>
                </a:solidFill>
                <a:latin typeface="Times New Roman" panose="02020603050405020304" charset="0"/>
                <a:cs typeface="Times New Roman" panose="02020603050405020304" charset="0"/>
              </a:rPr>
              <a:t>Keep decisions, approvals and outcomes traceable.</a:t>
            </a:r>
            <a:endParaRPr sz="1400" b="0">
              <a:solidFill>
                <a:srgbClr val="5F6F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 animBg="1"/>
      <p:bldP spid="7" grpId="1" animBg="1"/>
      <p:bldP spid="8" grpId="0"/>
      <p:bldP spid="8" grpId="1"/>
      <p:bldP spid="9" grpId="0"/>
      <p:bldP spid="9" grpId="1"/>
      <p:bldP spid="10" grpId="0"/>
      <p:bldP spid="10" grpId="1"/>
      <p:bldP spid="12" grpId="0" animBg="1"/>
      <p:bldP spid="12" grpId="1" animBg="1"/>
      <p:bldP spid="13" grpId="0"/>
      <p:bldP spid="13" grpId="1"/>
      <p:bldP spid="14" grpId="0"/>
      <p:bldP spid="14" grpId="1"/>
      <p:bldP spid="15" grpId="0"/>
      <p:bldP spid="15" grpId="1"/>
      <p:bldP spid="17" grpId="0" animBg="1"/>
      <p:bldP spid="17" grpId="1" animBg="1"/>
      <p:bldP spid="18" grpId="0"/>
      <p:bldP spid="18" grpId="1"/>
      <p:bldP spid="19" grpId="0"/>
      <p:bldP spid="19" grpId="1"/>
      <p:bldP spid="20" grpId="0"/>
      <p:bldP spid="20" grpId="1"/>
      <p:bldP spid="22" grpId="0" animBg="1"/>
      <p:bldP spid="22" grpId="1" animBg="1"/>
      <p:bldP spid="23" grpId="0"/>
      <p:bldP spid="23" grpId="1"/>
      <p:bldP spid="24" grpId="0"/>
      <p:bldP spid="24" grpId="1"/>
      <p:bldP spid="25" grpId="0"/>
      <p:bldP spid="25" grpId="1"/>
      <p:bldP spid="27" grpId="0" animBg="1"/>
      <p:bldP spid="27" grpId="1" animBg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 animBg="1"/>
      <p:bldP spid="32" grpId="1" animBg="1"/>
      <p:bldP spid="35" grpId="0"/>
      <p:bldP spid="35" grpId="1"/>
      <p:bldP spid="36" grpId="0" animBg="1"/>
      <p:bldP spid="36" grpId="1" animBg="1"/>
      <p:bldP spid="39" grpId="0"/>
      <p:bldP spid="39" grpId="1"/>
      <p:bldP spid="40" grpId="0" animBg="1"/>
      <p:bldP spid="40" grpId="1" animBg="1"/>
      <p:bldP spid="43" grpId="0"/>
      <p:bldP spid="4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874319" y="324642"/>
            <a:ext cx="5124642" cy="7829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Core Features</a:t>
            </a:r>
            <a:endParaRPr lang="zh-CN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557" y="2423810"/>
            <a:ext cx="9840460" cy="4146029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373487" y="1107537"/>
            <a:ext cx="9064234" cy="106464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StockLink connects orders, inventory, and supplier deliveries to predict stock shortages, generate actionable alerts, and recommend replenishment actions for human approval.</a:t>
            </a:r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7" y="324611"/>
            <a:ext cx="624643" cy="596017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>
            <a:solidFill>
              <a:schemeClr val="accent1">
                <a:lumMod val="20000"/>
                <a:lumOff val="80000"/>
                <a:alpha val="10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027237" y="304372"/>
            <a:ext cx="40944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A Realistic Scenario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2113983" y="1108116"/>
            <a:ext cx="7071360" cy="58356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Detecting a Shortage Before It Happens</a:t>
            </a:r>
            <a:endParaRPr lang="en-US" altLang="zh-CN" sz="32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7236" y="1845776"/>
            <a:ext cx="7513320" cy="47561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/>
            </a:pP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Example: Fresh milk inventory tracking at a local community shop.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ea typeface="Noto Sans SC" panose="020B0200000000000000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564130" y="295338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6" name="AutoShape 4"/>
          <p:cNvSpPr/>
          <p:nvPr>
            <p:custDataLst>
              <p:tags r:id="rId1"/>
            </p:custDataLst>
          </p:nvPr>
        </p:nvSpPr>
        <p:spPr>
          <a:xfrm>
            <a:off x="1016000" y="2983023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5"/>
          <p:cNvSpPr txBox="1"/>
          <p:nvPr>
            <p:custDataLst>
              <p:tags r:id="rId2"/>
            </p:custDataLst>
          </p:nvPr>
        </p:nvSpPr>
        <p:spPr>
          <a:xfrm>
            <a:off x="1206500" y="3300523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Current Milk Stock</a:t>
            </a:r>
            <a:endParaRPr lang="en-US" sz="11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AutoShape 6"/>
          <p:cNvSpPr txBox="1"/>
          <p:nvPr>
            <p:custDataLst>
              <p:tags r:id="rId3"/>
            </p:custDataLst>
          </p:nvPr>
        </p:nvSpPr>
        <p:spPr>
          <a:xfrm>
            <a:off x="1206500" y="3745023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B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 L</a:t>
            </a:r>
            <a:endParaRPr lang="en-US" sz="1100"/>
          </a:p>
        </p:txBody>
      </p:sp>
      <p:sp>
        <p:nvSpPr>
          <p:cNvPr id="9" name="AutoShape 7"/>
          <p:cNvSpPr/>
          <p:nvPr>
            <p:custDataLst>
              <p:tags r:id="rId4"/>
            </p:custDataLst>
          </p:nvPr>
        </p:nvSpPr>
        <p:spPr>
          <a:xfrm>
            <a:off x="3683000" y="2983023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8"/>
          <p:cNvSpPr txBox="1"/>
          <p:nvPr>
            <p:custDataLst>
              <p:tags r:id="rId5"/>
            </p:custDataLst>
          </p:nvPr>
        </p:nvSpPr>
        <p:spPr>
          <a:xfrm>
            <a:off x="3873500" y="3300523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Daily Expected Demand</a:t>
            </a:r>
            <a:endParaRPr lang="en-US" sz="11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9"/>
          <p:cNvSpPr txBox="1"/>
          <p:nvPr>
            <p:custDataLst>
              <p:tags r:id="rId6"/>
            </p:custDataLst>
          </p:nvPr>
        </p:nvSpPr>
        <p:spPr>
          <a:xfrm>
            <a:off x="3873500" y="3745023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L / day</a:t>
            </a:r>
            <a:endParaRPr lang="en-US" sz="1100"/>
          </a:p>
        </p:txBody>
      </p:sp>
      <p:sp>
        <p:nvSpPr>
          <p:cNvPr id="12" name="AutoShape 10"/>
          <p:cNvSpPr/>
          <p:nvPr>
            <p:custDataLst>
              <p:tags r:id="rId7"/>
            </p:custDataLst>
          </p:nvPr>
        </p:nvSpPr>
        <p:spPr>
          <a:xfrm>
            <a:off x="6350000" y="2983023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1"/>
          <p:cNvSpPr txBox="1"/>
          <p:nvPr>
            <p:custDataLst>
              <p:tags r:id="rId8"/>
            </p:custDataLst>
          </p:nvPr>
        </p:nvSpPr>
        <p:spPr>
          <a:xfrm>
            <a:off x="6540500" y="3300523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Supplier Delivery</a:t>
            </a:r>
            <a:endParaRPr lang="en-US" sz="11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2"/>
          <p:cNvSpPr txBox="1"/>
          <p:nvPr>
            <p:custDataLst>
              <p:tags r:id="rId9"/>
            </p:custDataLst>
          </p:nvPr>
        </p:nvSpPr>
        <p:spPr>
          <a:xfrm>
            <a:off x="6540500" y="3745023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 3 Days</a:t>
            </a:r>
            <a:endParaRPr lang="en-US" sz="1100"/>
          </a:p>
        </p:txBody>
      </p:sp>
      <p:sp>
        <p:nvSpPr>
          <p:cNvPr id="15" name="AutoShape 13"/>
          <p:cNvSpPr/>
          <p:nvPr>
            <p:custDataLst>
              <p:tags r:id="rId10"/>
            </p:custDataLst>
          </p:nvPr>
        </p:nvSpPr>
        <p:spPr>
          <a:xfrm>
            <a:off x="9017000" y="2983023"/>
            <a:ext cx="215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 txBox="1"/>
          <p:nvPr>
            <p:custDataLst>
              <p:tags r:id="rId11"/>
            </p:custDataLst>
          </p:nvPr>
        </p:nvSpPr>
        <p:spPr>
          <a:xfrm>
            <a:off x="9207500" y="3300523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Safety Stock</a:t>
            </a:r>
            <a:endParaRPr lang="en-US" sz="11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AutoShape 15"/>
          <p:cNvSpPr txBox="1"/>
          <p:nvPr>
            <p:custDataLst>
              <p:tags r:id="rId12"/>
            </p:custDataLst>
          </p:nvPr>
        </p:nvSpPr>
        <p:spPr>
          <a:xfrm>
            <a:off x="9207500" y="3745023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L</a:t>
            </a:r>
            <a:endParaRPr lang="en-US" sz="110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3199765" y="588137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19" name="AutoShape 16"/>
          <p:cNvSpPr/>
          <p:nvPr/>
        </p:nvSpPr>
        <p:spPr>
          <a:xfrm>
            <a:off x="1016000" y="4756786"/>
            <a:ext cx="10160000" cy="1270000"/>
          </a:xfrm>
          <a:prstGeom prst="roundRect">
            <a:avLst>
              <a:gd name="adj" fmla="val 8000"/>
            </a:avLst>
          </a:prstGeom>
          <a:solidFill>
            <a:schemeClr val="accent2">
              <a:lumMod val="40000"/>
              <a:lumOff val="60000"/>
              <a:alpha val="60000"/>
            </a:schemeClr>
          </a:solidFill>
          <a:ln w="12700" cap="flat" cmpd="sng">
            <a:solidFill>
              <a:schemeClr val="accent2">
                <a:lumMod val="20000"/>
                <a:lumOff val="80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7"/>
          <p:cNvSpPr txBox="1"/>
          <p:nvPr/>
        </p:nvSpPr>
        <p:spPr>
          <a:xfrm>
            <a:off x="1397000" y="5010786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D97706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System Alert:</a:t>
            </a:r>
            <a:r>
              <a:rPr lang="en-US" sz="1700" b="1" i="0" u="none" strike="noStrike">
                <a:solidFill>
                  <a:srgbClr val="111827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 Current stock cannot cover demand until the next delivery, with only 30L for 3 days of 12L/day demand. StockLink triggers a reorder suggestion before the shop runs out of milk.</a:t>
            </a:r>
            <a:endParaRPr lang="en-US" sz="11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696" y="304326"/>
            <a:ext cx="865275" cy="90033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8" grpId="0"/>
      <p:bldP spid="10" grpId="0"/>
      <p:bldP spid="11" grpId="0"/>
      <p:bldP spid="9" grpId="0" animBg="1"/>
      <p:bldP spid="13" grpId="0"/>
      <p:bldP spid="14" grpId="0"/>
      <p:bldP spid="12" grpId="0" animBg="1"/>
      <p:bldP spid="15" grpId="0" animBg="1"/>
      <p:bldP spid="16" grpId="0"/>
      <p:bldP spid="17" grpId="0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850265" y="291465"/>
            <a:ext cx="5080635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Technology &amp; Orbyte Fit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81418" y="1129665"/>
            <a:ext cx="8811260" cy="58356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A Modular and Reusable Automation Component</a:t>
            </a:r>
            <a:endParaRPr lang="en-US" altLang="zh-CN" sz="32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pic>
        <p:nvPicPr>
          <p:cNvPr id="5" name="图片 4" descr="屏幕截图 2026-10-25 013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27830"/>
            <a:ext cx="4740910" cy="2630170"/>
          </a:xfrm>
          <a:prstGeom prst="rect">
            <a:avLst/>
          </a:prstGeom>
        </p:spPr>
      </p:pic>
      <p:pic>
        <p:nvPicPr>
          <p:cNvPr id="8" name="图片 7" descr="屏幕截图 2026-10-24 234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460" y="4231005"/>
            <a:ext cx="4828540" cy="2626995"/>
          </a:xfrm>
          <a:prstGeom prst="rect">
            <a:avLst/>
          </a:prstGeom>
        </p:spPr>
      </p:pic>
      <p:pic>
        <p:nvPicPr>
          <p:cNvPr id="9" name="图片 8" descr="屏幕截图 2026-10-24 2346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685" y="1713230"/>
            <a:ext cx="4906010" cy="2705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屏幕截图 2026-10-24 235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635" y="3401060"/>
            <a:ext cx="6222365" cy="3456940"/>
          </a:xfrm>
          <a:prstGeom prst="rect">
            <a:avLst/>
          </a:prstGeom>
        </p:spPr>
      </p:pic>
      <p:pic>
        <p:nvPicPr>
          <p:cNvPr id="4" name="图片 3" descr="屏幕截图 2026-10-24 2348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1220" cy="3259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963094" y="78827"/>
            <a:ext cx="5261079" cy="115624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latin typeface="Times New Roman" panose="02020603050405020304" charset="0"/>
                <a:ea typeface="MiSans Normal" panose="00000500000000000000" charset="-122"/>
                <a:cs typeface="Times New Roman" panose="02020603050405020304" charset="0"/>
              </a:rPr>
              <a:t>Human in Control</a:t>
            </a:r>
            <a:endParaRPr lang="zh-CN" altLang="en-US" sz="3600" b="1">
              <a:latin typeface="Times New Roman" panose="02020603050405020304" charset="0"/>
              <a:ea typeface="MiSans Normal" panose="00000500000000000000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374611" y="871814"/>
            <a:ext cx="5301306" cy="6252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Automation with Human Oversight</a:t>
            </a:r>
            <a:endParaRPr lang="en-US" altLang="zh-CN" sz="2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74611" y="1404968"/>
            <a:ext cx="10644929" cy="47870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Automation identifies problems and prepares actions. Humans decide whether to execute them.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93" y="1989900"/>
            <a:ext cx="10446620" cy="4282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482355" y="177764"/>
            <a:ext cx="6980647" cy="122516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latin typeface="Times New Roman" panose="02020603050405020304" charset="0"/>
                <a:ea typeface="MiSans Normal" panose="00000500000000000000" charset="-122"/>
                <a:cs typeface="Times New Roman" panose="02020603050405020304" charset="0"/>
              </a:rPr>
              <a:t>Business Impact </a:t>
            </a:r>
            <a:r>
              <a:rPr lang="zh-CN" altLang="en-US" sz="3600" b="1">
                <a:latin typeface="Times New Roman" panose="02020603050405020304" charset="0"/>
                <a:ea typeface="MiSans Normal" panose="00000500000000000000" charset="-122"/>
                <a:cs typeface="Times New Roman" panose="02020603050405020304" charset="0"/>
              </a:rPr>
              <a:t>&amp;</a:t>
            </a:r>
            <a:r>
              <a:rPr lang="en-US" altLang="zh-CN" sz="3600" b="1">
                <a:latin typeface="Times New Roman" panose="02020603050405020304" charset="0"/>
                <a:ea typeface="MiSans Normal" panose="00000500000000000000" charset="-122"/>
                <a:cs typeface="Times New Roman" panose="02020603050405020304" charset="0"/>
              </a:rPr>
              <a:t> SDGs</a:t>
            </a:r>
            <a:endParaRPr lang="zh-CN" altLang="en-US" sz="3600" b="1">
              <a:latin typeface="Times New Roman" panose="02020603050405020304" charset="0"/>
              <a:ea typeface="MiSans Normal" panose="00000500000000000000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426253" y="741306"/>
            <a:ext cx="6806115" cy="66166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Less Manual Work,Fewer Surprises</a:t>
            </a:r>
            <a:endParaRPr lang="zh-CN" altLang="en-US" sz="28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34041" y="1402870"/>
            <a:ext cx="5849418" cy="46240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Business model</a:t>
            </a:r>
            <a:r>
              <a:rPr lang="zh-CN" altLang="en-US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zh-CN" altLang="en-US"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426240" y="2273965"/>
            <a:ext cx="5619617" cy="1599792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234031" y="1865224"/>
            <a:ext cx="7315200" cy="64516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Automation identifies problems and prepares actions. Humans decide whether to execute them.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240" y="2510369"/>
            <a:ext cx="7233427" cy="415534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812" y="580787"/>
            <a:ext cx="1452145" cy="1529743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9525" cmpd="sng">
            <a:noFill/>
            <a:prstDash val="solid"/>
            <a:miter lim="800000"/>
            <a:headEnd/>
            <a:tailEnd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271" y="1978188"/>
            <a:ext cx="1178268" cy="1322868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158028" y="334009"/>
            <a:ext cx="59994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 Business Model &amp; Scalability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2780759" y="1104266"/>
            <a:ext cx="7103745" cy="583565"/>
          </a:xfrm>
          <a:prstGeom prst="rect">
            <a:avLst/>
          </a:prstGeom>
        </p:spPr>
        <p:txBody>
          <a:bodyPr wrap="none" rtlCol="0">
            <a:spAutoFit/>
          </a:bodyPr>
          <a:p>
            <a:pPr algn="ctr"/>
            <a:r>
              <a:rPr lang="en-US" altLang="zh-CN" sz="3200" b="1">
                <a:latin typeface="Times New Roman" panose="02020603050405020304" charset="0"/>
                <a:ea typeface="MiSans Medium" panose="00000600000000000000" charset="-122"/>
                <a:cs typeface="Times New Roman" panose="02020603050405020304" charset="0"/>
              </a:rPr>
              <a:t>Designed to Scale with Small Businesses</a:t>
            </a:r>
            <a:endParaRPr lang="en-US" altLang="zh-CN" sz="3200" b="1">
              <a:latin typeface="Times New Roman" panose="02020603050405020304" charset="0"/>
              <a:ea typeface="MiSans Medium" panose="00000600000000000000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016610" y="2260176"/>
            <a:ext cx="8454438" cy="356025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Potential for a monthly subscription or freemium model.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Expansion from caf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s to bakeries and small food service businesses.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Subsequent addition of more product categories, supplier connectors, and inventory workflows.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椭圆 4"/>
          <p:cNvSpPr/>
          <p:nvPr userDrawn="1"/>
        </p:nvSpPr>
        <p:spPr>
          <a:xfrm>
            <a:off x="1720989" y="2375745"/>
            <a:ext cx="192404" cy="173142"/>
          </a:xfrm>
          <a:prstGeom prst="ellipse">
            <a:avLst/>
          </a:prstGeom>
          <a:solidFill>
            <a:schemeClr val="tx1">
              <a:alpha val="10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720953" y="4189742"/>
            <a:ext cx="192404" cy="173142"/>
          </a:xfrm>
          <a:prstGeom prst="ellipse">
            <a:avLst/>
          </a:prstGeom>
          <a:solidFill>
            <a:schemeClr val="tx1">
              <a:alpha val="10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720953" y="3284649"/>
            <a:ext cx="192404" cy="173142"/>
          </a:xfrm>
          <a:prstGeom prst="ellipse">
            <a:avLst/>
          </a:prstGeom>
          <a:solidFill>
            <a:schemeClr val="tx1">
              <a:alpha val="10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94678" y="396748"/>
            <a:ext cx="1097280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would a business pay for StockLink?</a:t>
            </a:r>
            <a:endParaRPr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995" y="1266825"/>
            <a:ext cx="113004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The value proposition is preventing avoidable disruption — not adding another dashboard</a:t>
            </a:r>
            <a:r>
              <a:rPr lang="en-US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678" y="1783080"/>
            <a:ext cx="49377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VALUE FOR THE CUSTOMER</a:t>
            </a:r>
            <a:endParaRPr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2176272"/>
            <a:ext cx="4983480" cy="30149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b="1">
                <a:solidFill>
                  <a:schemeClr val="tx1"/>
                </a:solidFill>
              </a:rPr>
              <a:t>• </a:t>
            </a:r>
            <a:r>
              <a: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Protect sales: identify likely shortages before they affect orders.</a:t>
            </a:r>
            <a:endParaRPr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Control waste: make replenishment decisions with demand and stock context.</a:t>
            </a:r>
            <a:endParaRPr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Save staff attention: reduce repetitive checking and supplier follow-up.</a:t>
            </a:r>
            <a:endParaRPr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Improve consistency: use a repeatable workflow instead of relying on memory.</a:t>
            </a:r>
            <a:endParaRPr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1078" y="1783080"/>
            <a:ext cx="5349240" cy="406908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398" y="2011680"/>
            <a:ext cx="475488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POTENTIAL REVENUE MODEL</a:t>
            </a:r>
            <a:endParaRPr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398" y="2468880"/>
            <a:ext cx="470916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Subscription per outlet, with plans based on workflow needs and support.</a:t>
            </a:r>
            <a:endParaRPr b="1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398" y="3154680"/>
            <a:ext cx="466344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Possible packaging</a:t>
            </a:r>
            <a:endParaRPr sz="2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398" y="3618103"/>
            <a:ext cx="4663440" cy="178371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Starter: core stock-risk alerts and forecast.</a:t>
            </a:r>
            <a:endParaRPr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Growth: purchase-order tracking and approval workflow.</a:t>
            </a:r>
            <a:endParaRPr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Multi-outlet: shared oversight as the product matures.</a:t>
            </a:r>
            <a:endParaRPr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398" y="5230368"/>
            <a:ext cx="4572000" cy="223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endParaRPr sz="1100" b="1">
              <a:solidFill>
                <a:schemeClr val="bg1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5" grpId="0"/>
      <p:bldP spid="5" grpId="1"/>
      <p:bldP spid="7" grpId="0"/>
      <p:bldP spid="7" grpId="1"/>
      <p:bldP spid="8" grpId="0"/>
      <p:bldP spid="8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21983" y="213233"/>
            <a:ext cx="1097280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Future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Development</a:t>
            </a:r>
            <a:endParaRPr lang="en-US"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110" y="1207008"/>
            <a:ext cx="108813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 staged roadmap that keeps the product practical, explainable and reusable</a:t>
            </a:r>
            <a:r>
              <a:rPr lang="en-US" sz="2000" b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2000" b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58686" y="1847088"/>
            <a:ext cx="3520440" cy="324612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859854" y="2103120"/>
            <a:ext cx="31089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NOW · MVP</a:t>
            </a:r>
            <a:endParaRPr sz="2000" b="1">
              <a:solidFill>
                <a:srgbClr val="16A39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59854" y="2468880"/>
            <a:ext cx="310896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Reliable core workflow</a:t>
            </a:r>
            <a:endParaRPr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59854" y="3127248"/>
            <a:ext cx="3108960" cy="163004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Synthetic orders, recipes and stock data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Forecast and explain shortage risks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Human approval and activity log</a:t>
            </a:r>
            <a:endParaRPr sz="1600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453446" y="1847088"/>
            <a:ext cx="3520440" cy="324612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4654613" y="2103120"/>
            <a:ext cx="31089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NEXT · PILOT</a:t>
            </a:r>
            <a:endParaRPr sz="1000" b="1">
              <a:solidFill>
                <a:srgbClr val="DE97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654550" y="2465070"/>
            <a:ext cx="339852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Validate with real workflows</a:t>
            </a:r>
            <a:endParaRPr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654613" y="3127248"/>
            <a:ext cx="3108960" cy="187642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Observe how staff actually manage stock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Measure alert usefulness and response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Improve setup and reduce false alerts</a:t>
            </a:r>
            <a:endParaRPr sz="1600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8248206" y="1847088"/>
            <a:ext cx="3520440" cy="3246120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8449374" y="2103120"/>
            <a:ext cx="31089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LATER · SCALE</a:t>
            </a:r>
            <a:endParaRPr sz="1000" b="1">
              <a:solidFill>
                <a:srgbClr val="16A39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8449374" y="2468880"/>
            <a:ext cx="3108960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Connect and expand</a:t>
            </a:r>
            <a:endParaRPr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8449374" y="3127248"/>
            <a:ext cx="3108960" cy="187642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Add integrations through standard interfaces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Support more outlets and reusable workflows</a:t>
            </a:r>
            <a:endParaRPr sz="1600" b="1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94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sz="1600" b="1">
                <a:solidFill>
                  <a:srgbClr val="233041"/>
                </a:solidFill>
                <a:latin typeface="Times New Roman" panose="02020603050405020304" charset="0"/>
                <a:cs typeface="Times New Roman" panose="02020603050405020304" charset="0"/>
              </a:rPr>
              <a:t>Explore analytics where data supports it</a:t>
            </a:r>
            <a:endParaRPr sz="1600">
              <a:solidFill>
                <a:srgbClr val="23304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550" y="5394960"/>
            <a:ext cx="10789920" cy="2698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chemeClr val="tx1"/>
                </a:solidFill>
                <a:cs typeface="+mn-lt"/>
              </a:rPr>
              <a:t>Long-term direction: </a:t>
            </a:r>
            <a:r>
              <a:rPr lang="en-US" sz="1400" b="0">
                <a:solidFill>
                  <a:schemeClr val="tx1"/>
                </a:solidFill>
                <a:cs typeface="+mn-lt"/>
              </a:rPr>
              <a:t>B</a:t>
            </a:r>
            <a:r>
              <a:rPr sz="1400" b="0">
                <a:solidFill>
                  <a:schemeClr val="tx1"/>
                </a:solidFill>
                <a:cs typeface="+mn-lt"/>
              </a:rPr>
              <a:t>ecome a reusable SME operations workflow that can connect with the wider Orbyte ecosystem.</a:t>
            </a:r>
            <a:endParaRPr sz="1400" b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7" grpId="0" animBg="1"/>
      <p:bldP spid="17" grpId="1" animBg="1"/>
      <p:bldP spid="5" grpId="0"/>
      <p:bldP spid="5" grpId="1"/>
      <p:bldP spid="9" grpId="0"/>
      <p:bldP spid="9" grpId="1"/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  <p:bldP spid="16" grpId="0"/>
      <p:bldP spid="16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94678" y="286893"/>
            <a:ext cx="1097280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StockLink?</a:t>
            </a:r>
            <a:endParaRPr lang="en-US" altLang="zh-CN"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245" y="1207008"/>
            <a:ext cx="1088136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000" b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Order-aware inventory automation for Malaysian micro and small businesses.</a:t>
            </a:r>
            <a:endParaRPr sz="2000" b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29235" y="1943100"/>
            <a:ext cx="10991850" cy="36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Connect orders, stock and incoming deliveries — then explain what needs attention.</a:t>
            </a:r>
            <a:endParaRPr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686" y="2761488"/>
            <a:ext cx="5321808" cy="1243584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859854" y="2907792"/>
            <a:ext cx="4956048" cy="3314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Connected view</a:t>
            </a:r>
            <a:endParaRPr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59854" y="3328416"/>
            <a:ext cx="4937760" cy="4851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Brings order demand, ingredient stock and purchase-order ETAs into one workflow.</a:t>
            </a:r>
            <a:endParaRPr sz="14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6199950" y="2761488"/>
            <a:ext cx="5321808" cy="1243584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6401118" y="2907792"/>
            <a:ext cx="4956048" cy="3003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Earlier warning</a:t>
            </a:r>
            <a:endParaRPr sz="1600"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401118" y="3328416"/>
            <a:ext cx="4937760" cy="2698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Flags potential shortages before expected replenishment arrives.</a:t>
            </a:r>
            <a:endParaRPr sz="1400" b="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658686" y="4270248"/>
            <a:ext cx="5321808" cy="1243584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859854" y="4416552"/>
            <a:ext cx="4956048" cy="3003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Explainable alerts</a:t>
            </a:r>
            <a:endParaRPr sz="1600"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859854" y="4837176"/>
            <a:ext cx="4937760" cy="2698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Shows the stock, demand and delivery facts behind each risk.</a:t>
            </a:r>
            <a:endParaRPr sz="1400" b="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6199950" y="4270248"/>
            <a:ext cx="5321808" cy="1243584"/>
          </a:xfrm>
          <a:prstGeom prst="roundRect">
            <a:avLst/>
          </a:prstGeom>
          <a:solidFill>
            <a:srgbClr val="F7F9FB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1"/>
            </p:custDataLst>
          </p:nvPr>
        </p:nvSpPr>
        <p:spPr>
          <a:xfrm>
            <a:off x="6401118" y="4416552"/>
            <a:ext cx="4956048" cy="3003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10203A"/>
                </a:solidFill>
                <a:latin typeface="Times New Roman" panose="02020603050405020304" charset="0"/>
                <a:cs typeface="Times New Roman" panose="02020603050405020304" charset="0"/>
              </a:rPr>
              <a:t>Human in control</a:t>
            </a:r>
            <a:endParaRPr sz="1600" b="1">
              <a:solidFill>
                <a:srgbClr val="10203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6401118" y="4837176"/>
            <a:ext cx="4937760" cy="26987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People review recommendations and approve consequential actions.</a:t>
            </a:r>
            <a:endParaRPr sz="1400" b="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6118" y="5806440"/>
            <a:ext cx="10698480" cy="3003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Differentiator: </a:t>
            </a: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ot just a low-stock alert — it considers demand timing and expected deliveries</a:t>
            </a: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1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  <p:bldP spid="13" grpId="1" animBg="1"/>
      <p:bldP spid="17" grpId="0" animBg="1"/>
      <p:bldP spid="17" grpId="1" animBg="1"/>
      <p:bldP spid="21" grpId="0" animBg="1"/>
      <p:bldP spid="21" grpId="1" animBg="1"/>
      <p:bldP spid="5" grpId="0"/>
      <p:bldP spid="5" grpId="1"/>
      <p:bldP spid="8" grpId="0"/>
      <p:bldP spid="8" grpId="1"/>
      <p:bldP spid="11" grpId="0"/>
      <p:bldP spid="11" grpId="1"/>
      <p:bldP spid="12" grpId="0"/>
      <p:bldP spid="12" grpId="1"/>
      <p:bldP spid="15" grpId="0"/>
      <p:bldP spid="15" grpId="1"/>
      <p:bldP spid="16" grpId="0"/>
      <p:bldP spid="16" grpId="1"/>
      <p:bldP spid="19" grpId="0"/>
      <p:bldP spid="19" grpId="1"/>
      <p:bldP spid="20" grpId="0"/>
      <p:bldP spid="20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769813" y="1759375"/>
            <a:ext cx="295529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Product Link:</a:t>
            </a:r>
            <a:endParaRPr lang="en-US" altLang="zh-CN" sz="3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69481" y="4243931"/>
            <a:ext cx="40817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GitHub Repository:</a:t>
            </a:r>
            <a:endParaRPr lang="en-US" altLang="zh-CN" sz="3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78885" y="1821180"/>
            <a:ext cx="7455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https://stock-link.replit.app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51400" y="4305300"/>
            <a:ext cx="7284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https://github.com/RM15-Refunders/StockLink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3" grpId="0"/>
      <p:bldP spid="3" grpId="1"/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>
          <a:xfrm>
            <a:off x="3799841" y="2292351"/>
            <a:ext cx="4394204" cy="457200"/>
          </a:xfrm>
        </p:spPr>
        <p:txBody>
          <a:bodyPr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END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3424555" y="2921000"/>
            <a:ext cx="5342890" cy="1016000"/>
          </a:xfrm>
        </p:spPr>
        <p:txBody>
          <a:bodyPr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6300" smtClean="0">
                <a:latin typeface="Times New Roman" panose="02020603050405020304" charset="0"/>
                <a:cs typeface="Times New Roman" panose="02020603050405020304" charset="0"/>
              </a:rPr>
              <a:t>THANK YOU!</a:t>
            </a:r>
            <a:endParaRPr lang="en-US" altLang="zh-CN" sz="630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829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29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29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2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29"/>
</p:tagLst>
</file>

<file path=ppt/tags/tag7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29"/>
</p:tagLst>
</file>

<file path=ppt/tags/tag78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79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3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4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5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6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7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5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99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6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4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0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6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8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3.xml><?xml version="1.0" encoding="utf-8"?>
<p:tagLst xmlns:p="http://schemas.openxmlformats.org/presentationml/2006/main">
  <p:tag name="$PH_EXT" val="2"/>
  <p:tag name="KSO_WM_BEAUTIFY_FLAG" val="#wm#"/>
  <p:tag name="KSO_WM_FIGMA_FLAG" val="#fgm#"/>
  <p:tag name="KSO_WM_UNIT_INDEX" val="2"/>
  <p:tag name="KSO_WM_UNIT_TYPE" val="i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1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1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572d338defb401f7367979e95bb201aab395d52"/>
  <p:tag name="KSO_WM_NEWLAYOUT_ID" val="649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1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LAYOUTZORDER" val="8"/>
  <p:tag name="KSO_WM_UNIT_ID" val="_10*d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9"/>
  <p:tag name="KSO_WM_UNIT_ID" val="_1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0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2.xml><?xml version="1.0" encoding="utf-8"?>
<p:tagLst xmlns:p="http://schemas.openxmlformats.org/presentationml/2006/main">
  <p:tag name="$PH_EXT" val="2"/>
  <p:tag name="KSO_WM_BEAUTIFY_FLAG" val="#wm#"/>
  <p:tag name="KSO_WM_FIGMA_FLAG" val="#fgm#"/>
  <p:tag name="KSO_WM_UNIT_INDEX" val="2"/>
  <p:tag name="KSO_WM_UNIT_TYPE" val="i"/>
  <p:tag name="KSO_WM_UNIT_ID" val="_10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8e6f1487c88e01434d6cc375bce18caf26256b2"/>
  <p:tag name="KSO_WM_NEWLAYOUT_ID" val="656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4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5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9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30.xml><?xml version="1.0" encoding="utf-8"?>
<p:tagLst xmlns:p="http://schemas.openxmlformats.org/presentationml/2006/main">
  <p:tag name="$PH_EXT" val="2"/>
  <p:tag name="KSO_WM_BEAUTIFY_FLAG" val="#wm#"/>
  <p:tag name="KSO_WM_FIGMA_FLAG" val="#fgm#"/>
  <p:tag name="KSO_WM_UNIT_INDEX" val="2"/>
  <p:tag name="KSO_WM_UNIT_TYPE" val="i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3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3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15566e26d87df4f126699c874273d3e4ff73965"/>
  <p:tag name="KSO_WM_NEWLAYOUT_ID" val="661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829"/>
  <p:tag name="KSO_WM_TEMPLATE_CATEGORY" val="custom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c5a9380a95b98be22d8123769ea7074efab259a"/>
  <p:tag name="KSO_WM_NEWLAYOUT_ID" val="1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29"/>
  <p:tag name="KSO_WM_TEMPLATE_CATEGORY" val="custom"/>
</p:tagLst>
</file>

<file path=ppt/tags/tag1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6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6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65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66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29"/>
</p:tagLst>
</file>

<file path=ppt/tags/tag167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80829"/>
  <p:tag name="KSO_WM_TEMPLATE_CATEGORY" val="custom"/>
  <p:tag name="KSO_WM_TEMPLATE_MASTER_TYPE" val="0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2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7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3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7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6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905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905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905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905"/>
</p:tagLst>
</file>

<file path=ppt/tags/tag1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1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179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0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4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5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6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7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8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2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6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19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0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7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0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3"/>
  <p:tag name="KSO_WM_UNIT_ID" val="_9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4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15"/>
  <p:tag name="KSO_WM_UNIT_ID" val="_9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18"/>
  <p:tag name="KSO_WM_UNIT_ID" val="_9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23"/>
  <p:tag name="KSO_WM_UNIT_ID" val="_9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1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c743c24ed3636dd3d2d1b1f207dc0837c739b38"/>
  <p:tag name="KSO_WM_NEWLAYOUT_ID" val="119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2.xml><?xml version="1.0" encoding="utf-8"?>
<p:tagLst xmlns:p="http://schemas.openxmlformats.org/presentationml/2006/main">
  <p:tag name="LayoutZOrder" val="1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905"/>
  <p:tag name="KSO_WM_TEMPLATE_CATEGORY" val="custom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905"/>
  <p:tag name="KSO_WM_TEMPLATE_CATEGORY" val="custom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905"/>
  <p:tag name="KSO_WM_TEMPLATE_CATEGORY" val="custom"/>
</p:tagLst>
</file>

<file path=ppt/tags/tag23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74fa867f6b4c9f67866bc573a8c24eb9586e266"/>
  <p:tag name="KSO_WM_NEWLAYOUT_ID" val="1198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3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3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3"/>
  <p:tag name="KSO_WM_UNIT_ID" val="_11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3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3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3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4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3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15"/>
  <p:tag name="KSO_WM_UNIT_ID" val="_11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4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18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41.xml><?xml version="1.0" encoding="utf-8"?>
<p:tagLst xmlns:p="http://schemas.openxmlformats.org/presentationml/2006/main">
  <p:tag name="LayoutZOrder" val="19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23"/>
  <p:tag name="KSO_WM_UNIT_ID" val="_11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80905"/>
  <p:tag name="KSO_WM_TEMPLATE_CATEGORY" val="custom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905"/>
  <p:tag name="KSO_WM_TEMPLATE_CATEGORY" val="custom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905"/>
  <p:tag name="KSO_WM_TEMPLATE_CATEGORY" val="custom"/>
</p:tagLst>
</file>

<file path=ppt/tags/tag24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4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d5dd1760f7b6bf5f4a4fa4b77cc22dbd2a16d3e"/>
  <p:tag name="KSO_WM_NEWLAYOUT_ID" val="120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905"/>
  <p:tag name="KSO_WM_TEMPLATE_CATEGORY" val="custom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efcb7b9d4868ce0353e0c586d64a52e2172b480"/>
  <p:tag name="KSO_WM_NEWLAYOUT_ID" val="1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6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6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7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71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72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905"/>
</p:tagLst>
</file>

<file path=ppt/tags/tag27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905"/>
  <p:tag name="KSO_WM_TEMPLATE_CATEGORY" val="custom"/>
  <p:tag name="KSO_WM_TEMPLATE_MASTER_TYPE" val="0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3"/>
  <p:tag name="KSO_WM_UNIT_ID" val="_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4"/>
  <p:tag name="KSO_WM_UNIT_ID" val="_1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7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1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77.xml><?xml version="1.0" encoding="utf-8"?>
<p:tagLst xmlns:p="http://schemas.openxmlformats.org/presentationml/2006/main">
  <p:tag name="LAYOUTZORDER" val="6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7"/>
  <p:tag name="KSO_WM_UNIT_ID" val="_1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8"/>
  <p:tag name="KSO_WM_UNIT_ID" val="_1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8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13"/>
  <p:tag name="KSO_WM_UNIT_ID" val="_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"/>
  <p:tag name="KSO_WM_UNIT_NOCLEAR" val="0"/>
  <p:tag name="KSO_WM_UNIT_VALUE" val="24"/>
  <p:tag name="KSO_WM_UNIT_TYPE" val="f"/>
  <p:tag name="KSO_WM_UNIT_INDEX" val="1"/>
  <p:tag name="KSO_WM_UNIT_TEXT_LAYER_COUNT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5"/>
  <p:tag name="KSO_WM_UNIT_ID" val="_3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9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27"/>
  <p:tag name="KSO_WM_UNIT_ID" val="_3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4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98.xml><?xml version="1.0" encoding="utf-8"?>
<p:tagLst xmlns:p="http://schemas.openxmlformats.org/presentationml/2006/main">
  <p:tag name="LAYOUTZORDER" val="6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7"/>
  <p:tag name="KSO_WM_UNIT_ID" val="_4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8"/>
  <p:tag name="KSO_WM_UNIT_ID" val="_4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13"/>
  <p:tag name="KSO_WM_UNIT_ID" val="_4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标题"/>
  <p:tag name="KSO_WM_UNIT_NOCLEAR" val="0"/>
  <p:tag name="KSO_WM_UNIT_TYPE" val="a"/>
  <p:tag name="KSO_WM_UNIT_INDEX" val="1"/>
  <p:tag name="KSO_WM_UNIT_VALUE" val="12"/>
</p:tagLst>
</file>

<file path=ppt/tags/tag30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TYPE" val="e"/>
  <p:tag name="KSO_WM_UNIT_INDEX" val="1"/>
  <p:tag name="KSO_WM_UNIT_VALUE" val="1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305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06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0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0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1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11.xml><?xml version="1.0" encoding="utf-8"?>
<p:tagLst xmlns:p="http://schemas.openxmlformats.org/presentationml/2006/main">
  <p:tag name="KSO_WM_UNIT_TYPE" val="h_a"/>
  <p:tag name="KSO_WM_UNIT_INDEX" val="1_1"/>
  <p:tag name="KSO_WM_UNIT_ID" val="_6*h_a*1_1"/>
  <p:tag name="KSO_WM_BEAUTIFY_FLAG" val="#wm#"/>
  <p:tag name="KSO_WM_TAG_VERSION" val="3.0"/>
  <p:tag name="KSO_WM_UNIT_LAYERLEVEL" val="1_1"/>
  <p:tag name="KSO_WM_TEMPLATE_USER_THEME" val="1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ISNUMDGMTITLE" val="0"/>
  <p:tag name="KSO_WM_UNIT_PRESET_TEXT" val="单击此处编辑母版文本样式"/>
  <p:tag name="KSO_WM_UNIT_VALUE" val="16"/>
</p:tagLst>
</file>

<file path=ppt/tags/tag312.xml><?xml version="1.0" encoding="utf-8"?>
<p:tagLst xmlns:p="http://schemas.openxmlformats.org/presentationml/2006/main">
  <p:tag name="KSO_WM_UNIT_TYPE" val="h_f"/>
  <p:tag name="KSO_WM_UNIT_INDEX" val="1_1"/>
  <p:tag name="KSO_WM_UNIT_ID" val="_6*h_f*1_1"/>
  <p:tag name="KSO_WM_BEAUTIFY_FLAG" val="#wm#"/>
  <p:tag name="KSO_WM_TAG_VERSION" val="3.0"/>
  <p:tag name="KSO_WM_UNIT_LAYERLEVEL" val="1_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144"/>
</p:tagLst>
</file>

<file path=ppt/tags/tag313.xml><?xml version="1.0" encoding="utf-8"?>
<p:tagLst xmlns:p="http://schemas.openxmlformats.org/presentationml/2006/main">
  <p:tag name="KSO_WM_UNIT_TYPE" val="h_a"/>
  <p:tag name="KSO_WM_UNIT_INDEX" val="2_1"/>
  <p:tag name="KSO_WM_UNIT_ID" val="_6*h_a*2_1"/>
  <p:tag name="KSO_WM_BEAUTIFY_FLAG" val="#wm#"/>
  <p:tag name="KSO_WM_TAG_VERSION" val="3.0"/>
  <p:tag name="KSO_WM_UNIT_LAYERLEVEL" val="1_1"/>
  <p:tag name="KSO_WM_TEMPLATE_USER_THEME" val="1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ISNUMDGMTITLE" val="0"/>
  <p:tag name="KSO_WM_UNIT_PRESET_TEXT" val="单击此处编辑母版文本样式"/>
  <p:tag name="KSO_WM_UNIT_VALUE" val="16"/>
</p:tagLst>
</file>

<file path=ppt/tags/tag314.xml><?xml version="1.0" encoding="utf-8"?>
<p:tagLst xmlns:p="http://schemas.openxmlformats.org/presentationml/2006/main">
  <p:tag name="KSO_WM_UNIT_TYPE" val="h_f"/>
  <p:tag name="KSO_WM_UNIT_INDEX" val="2_1"/>
  <p:tag name="KSO_WM_UNIT_ID" val="_6*h_f*2_1"/>
  <p:tag name="KSO_WM_BEAUTIFY_FLAG" val="#wm#"/>
  <p:tag name="KSO_WM_TAG_VERSION" val="3.0"/>
  <p:tag name="KSO_WM_UNIT_LAYERLEVEL" val="1_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144"/>
</p:tagLst>
</file>

<file path=ppt/tags/tag31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1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1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18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29"/>
</p:tagLst>
</file>

<file path=ppt/tags/tag31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2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2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6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2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2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3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34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3"/>
  <p:tag name="KSO_WM_UNIT_ID" val="_1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4"/>
  <p:tag name="KSO_WM_UNIT_ID" val="_11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11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38.xml><?xml version="1.0" encoding="utf-8"?>
<p:tagLst xmlns:p="http://schemas.openxmlformats.org/presentationml/2006/main">
  <p:tag name="LAYOUTZORDER" val="6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33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7"/>
  <p:tag name="KSO_WM_UNIT_ID" val="_11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8"/>
  <p:tag name="KSO_WM_UNIT_ID" val="_11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4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13"/>
  <p:tag name="KSO_WM_UNIT_ID" val="_1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"/>
</p:tagLst>
</file>

<file path=ppt/tags/tag3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  <p:tag name="KSO_WM_UNIT_PRESET_TEXT" val="日期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  <p:tag name="KSO_WM_UNIT_SUBTYPE" val="c"/>
  <p:tag name="KSO_WM_UNIT_TEXT_LAYER_COUNT" val="1"/>
</p:tagLst>
</file>

<file path=ppt/tags/tag344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PRESET_TEXT" val="署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4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5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5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5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55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94993"/>
</p:tagLst>
</file>

<file path=ppt/tags/tag356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94993"/>
</p:tagLst>
</file>

<file path=ppt/tags/tag357.xml><?xml version="1.0" encoding="utf-8"?>
<p:tagLst xmlns:p="http://schemas.openxmlformats.org/presentationml/2006/main">
  <p:tag name="KSO_WM_TEMPLATE_THUMBS_INDEX" val="1、9"/>
  <p:tag name="KSO_WM_BEAUTIFY_FLAG" val="#wm#"/>
  <p:tag name="KSO_WM_TEMPLATE_CATEGORY" val="custom"/>
  <p:tag name="KSO_WM_TEMPLATE_USER_THEME" val="1"/>
  <p:tag name="KSO_WM_TEMPLATE_SUBCATEGORY" val="29"/>
  <p:tag name="KSO_WM_TEMPLATE_MASTER_TYPE" val="0"/>
  <p:tag name="KSO_WM_TEMPLATE_COLOR_TYPE" val="0"/>
  <p:tag name="KSO_WM_TAG_VERSION" val="3.0"/>
  <p:tag name="KSO_WM_TEMPLATE_INDEX" val="40494993"/>
</p:tagLst>
</file>

<file path=ppt/tags/tag358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59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3"/>
  <p:tag name="KSO_WM_UNIT_ID" val="_2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SCONTENTSTITLE" val="1"/>
  <p:tag name="LayoutZOrder" val="4"/>
  <p:tag name="KSO_WM_UNIT_ID" val="_2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5"/>
  <p:tag name="KSO_WM_UNIT_ID" val="_2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6"/>
  <p:tag name="KSO_WM_UNIT_ID" val="_2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SCONTENTSTITLE" val="1"/>
  <p:tag name="LayoutZOrder" val="13"/>
  <p:tag name="KSO_WM_UNIT_ID" val="_2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SCONTENTSTITLE" val="1"/>
  <p:tag name="LayoutZOrder" val="20"/>
  <p:tag name="KSO_WM_UNIT_ID" val="_2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SCONTENTSTITLE" val="1"/>
  <p:tag name="LayoutZOrder" val="26"/>
  <p:tag name="KSO_WM_UNIT_ID" val="_2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38"/>
  <p:tag name="KSO_WM_UNIT_ID" val="_2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6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SCONTENTSTITLE" val="1"/>
  <p:tag name="LayoutZOrder" val="40"/>
  <p:tag name="KSO_WM_UNIT_ID" val="_2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</p:tagLst>
</file>

<file path=ppt/tags/tag374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75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7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79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0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1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2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3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8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8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87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8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1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9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5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9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39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2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03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0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3"/>
  <p:tag name="KSO_WM_UNIT_ID" val="_9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4"/>
  <p:tag name="KSO_WM_UNIT_ID" val="_9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9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15"/>
  <p:tag name="KSO_WM_UNIT_ID" val="_9*i*1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0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16"/>
  <p:tag name="KSO_WM_UNIT_ID" val="_9*i*1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7"/>
  <p:tag name="KSO_WM_UNIT_ID" val="_9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18"/>
  <p:tag name="KSO_WM_UNIT_ID" val="_9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9"/>
  <p:tag name="KSO_WM_UNIT_ID" val="_9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0"/>
  <p:tag name="KSO_WM_UNIT_ID" val="_9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1"/>
  <p:tag name="KSO_WM_UNIT_ID" val="_9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5.xml><?xml version="1.0" encoding="utf-8"?>
<p:tagLst xmlns:p="http://schemas.openxmlformats.org/presentationml/2006/main">
  <p:tag name="LayoutZOrder" val="22"/>
  <p:tag name="KSO_WM_UNIT_TYPE" val="i"/>
  <p:tag name="KSO_WM_UNIT_ID" val="_9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41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23"/>
  <p:tag name="KSO_WM_UNIT_ID" val="_9*i*1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4"/>
  <p:tag name="KSO_WM_UNIT_ID" val="_9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</p:tagLst>
</file>

<file path=ppt/tags/tag41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0f4058fecbd6fd0063b407c4283c5bfeac13868"/>
  <p:tag name="KSO_WM_NEWLAYOUT_ID" val="10625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a*1"/>
  <p:tag name="KSO_WM_UNIT_LAYERLEVEL" val="1"/>
  <p:tag name="KSO_WM_TAG_VERSION" val="3.0"/>
</p:tagLst>
</file>

<file path=ppt/tags/tag420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2"/>
  <p:tag name="KSO_WM_UNIT_LAYERLEVEL" val="1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9"/>
  <p:tag name="KSO_WM_UNIT_ID" val="_10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0"/>
  <p:tag name="KSO_WM_UNIT_ID" val="_10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4"/>
  <p:tag name="KSO_WM_UNIT_ID" val="_10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0e8cda6a6a548f231fb645639bdc4375afd27b1"/>
  <p:tag name="KSO_WM_NEWLAYOUT_ID" val="1063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</p:tagLst>
</file>

<file path=ppt/tags/tag42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10*e*1"/>
  <p:tag name="KSO_WM_UNIT_LAYERLEVEL" val="1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5"/>
  <p:tag name="KSO_WM_UNIT_ID" val="_10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6"/>
  <p:tag name="KSO_WM_UNIT_ID" val="_10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SCONTENTSTITLE" val="1"/>
  <p:tag name="LayoutZOrder" val="40"/>
  <p:tag name="KSO_WM_UNIT_ID" val="_10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3"/>
  <p:tag name="KSO_WM_UNIT_ID" val="_10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38"/>
  <p:tag name="KSO_WM_UNIT_ID" val="_10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16"/>
  <p:tag name="KSO_WM_UNIT_ID" val="_10*i*1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3"/>
  <p:tag name="KSO_WM_UNIT_ID" val="_11*i*1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9"/>
  <p:tag name="KSO_WM_UNIT_ID" val="_11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0"/>
  <p:tag name="KSO_WM_UNIT_ID" val="_1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1"/>
  <p:tag name="KSO_WM_UNIT_ID" val="_1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23"/>
  <p:tag name="KSO_WM_UNIT_ID" val="_11*i*1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4"/>
  <p:tag name="KSO_WM_UNIT_ID" val="_11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4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3"/>
  <p:tag name="KSO_WM_UNIT_ID" val="_11*i*1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41.xml><?xml version="1.0" encoding="utf-8"?>
<p:tagLst xmlns:p="http://schemas.openxmlformats.org/presentationml/2006/main">
  <p:tag name="LayoutZOrder" val="31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4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40"/>
  <p:tag name="KSO_WM_UNIT_ID" val="_11*i*1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4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1"/>
  <p:tag name="KSO_WM_UNIT_ID" val="_11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4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44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1ff0011cbd63b1ce6f182f2eb2b70e6860fb56cd"/>
  <p:tag name="KSO_WM_NEWLAYOUT_ID" val="10637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44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44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bb9ac7a0359c02c92335dd99572db66e779e224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448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1"/>
  <p:tag name="KSO_WM_UNIT_LAYERLEVEL" val="1_1_1"/>
  <p:tag name="KSO_WM_TAG_VERSION" val="3.0"/>
</p:tagLst>
</file>

<file path=ppt/tags/tag44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2"/>
  <p:tag name="KSO_WM_UNIT_LAYERLEVEL" val="1_1_1"/>
  <p:tag name="KSO_WM_TAG_VERSION" val="3.0"/>
</p:tagLst>
</file>

<file path=ppt/tags/tag450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1_1"/>
  <p:tag name="KSO_WM_UNIT_LAYERLEVEL" val="1_1_1"/>
  <p:tag name="KSO_WM_TAG_VERSION" val="3.0"/>
</p:tagLst>
</file>

<file path=ppt/tags/tag451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1"/>
  <p:tag name="KSO_WM_UNIT_LAYERLEVEL" val="1_1_1"/>
  <p:tag name="KSO_WM_TAG_VERSION" val="3.0"/>
</p:tagLst>
</file>

<file path=ppt/tags/tag45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2"/>
  <p:tag name="KSO_WM_UNIT_LAYERLEVEL" val="1_1_1"/>
  <p:tag name="KSO_WM_TAG_VERSION" val="3.0"/>
</p:tagLst>
</file>

<file path=ppt/tags/tag453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2_1"/>
  <p:tag name="KSO_WM_UNIT_LAYERLEVEL" val="1_1_1"/>
  <p:tag name="KSO_WM_TAG_VERSION" val="3.0"/>
</p:tagLst>
</file>

<file path=ppt/tags/tag454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1"/>
  <p:tag name="KSO_WM_UNIT_LAYERLEVEL" val="1_1_1"/>
  <p:tag name="KSO_WM_TAG_VERSION" val="3.0"/>
</p:tagLst>
</file>

<file path=ppt/tags/tag45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2"/>
  <p:tag name="KSO_WM_UNIT_LAYERLEVEL" val="1_1_1"/>
  <p:tag name="KSO_WM_TAG_VERSION" val="3.0"/>
</p:tagLst>
</file>

<file path=ppt/tags/tag456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3_1"/>
  <p:tag name="KSO_WM_UNIT_LAYERLEVEL" val="1_1_1"/>
  <p:tag name="KSO_WM_TAG_VERSION" val="3.0"/>
</p:tagLst>
</file>

<file path=ppt/tags/tag457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1"/>
  <p:tag name="KSO_WM_UNIT_LAYERLEVEL" val="1_1_1"/>
  <p:tag name="KSO_WM_TAG_VERSION" val="3.0"/>
</p:tagLst>
</file>

<file path=ppt/tags/tag45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2"/>
  <p:tag name="KSO_WM_UNIT_LAYERLEVEL" val="1_1_1"/>
  <p:tag name="KSO_WM_TAG_VERSION" val="3.0"/>
</p:tagLst>
</file>

<file path=ppt/tags/tag459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4_1"/>
  <p:tag name="KSO_WM_UNIT_LAYERLEVEL" val="1_1_1"/>
  <p:tag name="KSO_WM_TAG_VERSION" val="3.0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6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6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70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80153"/>
</p:tagLst>
</file>

<file path=ppt/tags/tag471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80153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0"/>
  <p:tag name="KSO_WM_UNIT_ID" val="_0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7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AG_VERSION" val="3.0"/>
  <p:tag name="KSO_WM_TEMPLATE_CATEGORY" val="custom"/>
  <p:tag name="KSO_WM_TEMPLATE_INDEX" val="40480153"/>
  <p:tag name="KSO_WM_TEMPLATE_MASTER_TYPE" val="0"/>
  <p:tag name="KSO_WM_TEMPLATE_COLOR_TYPE" val="0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7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47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1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48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48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484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1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492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49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53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1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54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543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54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548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55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55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d579cde91f20680f186f6cfc142402baf9142a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554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55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556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557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55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559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560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56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562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56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56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565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3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43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8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43"/>
  <p:tag name="KSO_WM_TEMPLATE_MASTER_TYPE" val="0"/>
  <p:tag name="KSO_WM_TEMPLATE_COLOR_TYPE" val="0"/>
  <p:tag name="KSO_WM_BEAUTIFY_FLAG" val="#wm#"/>
</p:tagLst>
</file>

<file path=ppt/tags/tag5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08373a8812626bad"/>
</p:tagLst>
</file>

<file path=ppt/tags/tag5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829"/>
  <p:tag name="KSO_WM_TEMPLATE_CATEGORY" val="custom"/>
  <p:tag name="KSO_WM_TEMPLATE_USER_THEME" val="1"/>
  <p:tag name="KSO_WM_UNIT_PRESET_TEXT_INDEX" val="-1"/>
  <p:tag name="KSO_WM_UNIT_PRESET_TEXT_LEN" val="0"/>
</p:tagLst>
</file>

<file path=ppt/tags/tag5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5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586.xml><?xml version="1.0" encoding="utf-8"?>
<p:tagLst xmlns:p="http://schemas.openxmlformats.org/presentationml/2006/main">
  <p:tag name="KSO_WM_SLIDE_TYPE" val="text"/>
</p:tagLst>
</file>

<file path=ppt/tags/tag587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88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89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0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1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2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3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4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5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6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7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8.xml><?xml version="1.0" encoding="utf-8"?>
<p:tagLst xmlns:p="http://schemas.openxmlformats.org/presentationml/2006/main">
  <p:tag name="KSO_WM_DIAGRAM_VIRTUALLY_FRAME" val="{&quot;height&quot;:154.88370078740158,&quot;left&quot;:80,&quot;top&quot;:200,&quot;width&quot;:800}"/>
</p:tagLst>
</file>

<file path=ppt/tags/tag599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0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1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2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3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4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5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6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7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8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09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10.xml><?xml version="1.0" encoding="utf-8"?>
<p:tagLst xmlns:p="http://schemas.openxmlformats.org/presentationml/2006/main">
  <p:tag name="KSO_WM_DIAGRAM_VIRTUALLY_FRAME" val="{&quot;height&quot;:255.6,&quot;left&quot;:51.839999999999996,&quot;top&quot;:145.44,&quot;width&quot;:874.8250393700788}"/>
</p:tagLst>
</file>

<file path=ppt/tags/tag611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2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3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4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5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6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7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8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19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20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21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22.xml><?xml version="1.0" encoding="utf-8"?>
<p:tagLst xmlns:p="http://schemas.openxmlformats.org/presentationml/2006/main">
  <p:tag name="KSO_WM_DIAGRAM_VIRTUALLY_FRAME" val="{&quot;height&quot;:216.72000000000003,&quot;left&quot;:51.864999999999995,&quot;top&quot;:217.44,&quot;width&quot;:855.3600393700787}"/>
</p:tagLst>
</file>

<file path=ppt/tags/tag62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43"/>
  <p:tag name="KSO_WM_UNIT_LAYERLEVEL" val="1"/>
  <p:tag name="KSO_WM_UNIT_ID" val="custom40494643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62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3"/>
  <p:tag name="KSO_WM_UNIT_LAYERLEVEL" val="1"/>
  <p:tag name="KSO_WM_UNIT_ID" val="custom40494643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625.xml><?xml version="1.0" encoding="utf-8"?>
<p:tagLst xmlns:p="http://schemas.openxmlformats.org/presentationml/2006/main">
  <p:tag name="KSO_WM_BEAUTIFY_FLAG" val="#wm#"/>
  <p:tag name="KSO_WM_TEMPLATE_CATEGORY" val="custom"/>
  <p:tag name="KSO_WM_TEMPLATE_INDEX" val="40494643"/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TEMPLATE_SLIDE_ID" val="slide_47de9d0eaa58c516"/>
  <p:tag name="KSO_WM_SLIDE_INDEX" val="5"/>
  <p:tag name="KSO_WM_SLIDE_ID" val="custom40494643_5"/>
  <p:tag name="KSO_WM_TEMPLATE_MASTER_TYPE" val="0"/>
  <p:tag name="KSO_WM_SLIDE_LAYOUT" val="a_b"/>
  <p:tag name="KSO_WM_SLIDE_LAYOUT_CNT" val="1_1"/>
  <p:tag name="KSO_WM_TAG_VERSION" val="3.0"/>
  <p:tag name="KSO_WM_TEMPLATE_USER_THEME" val="1"/>
  <p:tag name="KSO_WM_TEMPLATE_COLOR_TYPE" val="0"/>
  <p:tag name="KSO_WM_SLIDE_SUBTYPE" val="pureTxt"/>
  <p:tag name="KSO_WM_FIGMA_SLIDE_GROUP" val="1"/>
</p:tagLst>
</file>

<file path=ppt/tags/tag627.xml><?xml version="1.0" encoding="utf-8"?>
<p:tagLst xmlns:p="http://schemas.openxmlformats.org/presentationml/2006/main">
  <p:tag name="resource_record_key" val="{&quot;65&quot;:[20205081],&quot;70&quot;:[3314046]}"/>
  <p:tag name="commondata" val="eyJoZGlkIjoiOWZiYWRiMmI0NGNkNDllMGNhZTM4N2QyMzQzMTg0Yz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79">
      <a:dk1>
        <a:srgbClr val="000000"/>
      </a:dk1>
      <a:lt1>
        <a:srgbClr val="FFFFFF"/>
      </a:lt1>
      <a:dk2>
        <a:srgbClr val="301619"/>
      </a:dk2>
      <a:lt2>
        <a:srgbClr val="FBF6F7"/>
      </a:lt2>
      <a:accent1>
        <a:srgbClr val="B9636D"/>
      </a:accent1>
      <a:accent2>
        <a:srgbClr val="CA83BF"/>
      </a:accent2>
      <a:accent3>
        <a:srgbClr val="7030A0"/>
      </a:accent3>
      <a:accent4>
        <a:srgbClr val="0070C0"/>
      </a:accent4>
      <a:accent5>
        <a:srgbClr val="26BC9E"/>
      </a:accent5>
      <a:accent6>
        <a:srgbClr val="7EB531"/>
      </a:accent6>
      <a:hlink>
        <a:srgbClr val="0026E5"/>
      </a:hlink>
      <a:folHlink>
        <a:srgbClr val="7E1FAD"/>
      </a:folHlink>
    </a:clrScheme>
    <a:fontScheme name="自定义 98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自定义 63">
      <a:dk1>
        <a:srgbClr val="000000"/>
      </a:dk1>
      <a:lt1>
        <a:srgbClr val="FFFFFF"/>
      </a:lt1>
      <a:dk2>
        <a:srgbClr val="041042"/>
      </a:dk2>
      <a:lt2>
        <a:srgbClr val="F3F5FE"/>
      </a:lt2>
      <a:accent1>
        <a:srgbClr val="1D46F2"/>
      </a:accent1>
      <a:accent2>
        <a:srgbClr val="56ADFE"/>
      </a:accent2>
      <a:accent3>
        <a:srgbClr val="3FD5A9"/>
      </a:accent3>
      <a:accent4>
        <a:srgbClr val="92D050"/>
      </a:accent4>
      <a:accent5>
        <a:srgbClr val="FFC000"/>
      </a:accent5>
      <a:accent6>
        <a:srgbClr val="FF835D"/>
      </a:accent6>
      <a:hlink>
        <a:srgbClr val="0026E5"/>
      </a:hlink>
      <a:folHlink>
        <a:srgbClr val="7E1FAD"/>
      </a:folHlink>
    </a:clrScheme>
    <a:fontScheme name="自定义 6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清新淡雅学习汇报通用模板">
  <a:themeElements>
    <a:clrScheme name="自定义 898">
      <a:dk1>
        <a:srgbClr val="000000"/>
      </a:dk1>
      <a:lt1>
        <a:srgbClr val="FFFFFF"/>
      </a:lt1>
      <a:dk2>
        <a:srgbClr val="312208"/>
      </a:dk2>
      <a:lt2>
        <a:srgbClr val="FDFDF8"/>
      </a:lt2>
      <a:accent1>
        <a:srgbClr val="EFB23D"/>
      </a:accent1>
      <a:accent2>
        <a:srgbClr val="E3C949"/>
      </a:accent2>
      <a:accent3>
        <a:srgbClr val="C1CE55"/>
      </a:accent3>
      <a:accent4>
        <a:srgbClr val="80BE58"/>
      </a:accent4>
      <a:accent5>
        <a:srgbClr val="47BA74"/>
      </a:accent5>
      <a:accent6>
        <a:srgbClr val="3BAA86"/>
      </a:accent6>
      <a:hlink>
        <a:srgbClr val="0563C1"/>
      </a:hlink>
      <a:folHlink>
        <a:srgbClr val="954D72"/>
      </a:folHlink>
    </a:clrScheme>
    <a:fontScheme name="汉仪中宋">
      <a:majorFont>
        <a:latin typeface="汉仪中宋简"/>
        <a:ea typeface="汉仪中宋简"/>
        <a:cs typeface=""/>
      </a:majorFont>
      <a:minorFont>
        <a:latin typeface="汉仪中宋简"/>
        <a:ea typeface="汉仪中宋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7C472A"/>
      </a:dk2>
      <a:lt2>
        <a:srgbClr val="FAF5F1"/>
      </a:lt2>
      <a:accent1>
        <a:srgbClr val="B96C3E"/>
      </a:accent1>
      <a:accent2>
        <a:srgbClr val="515A77"/>
      </a:accent2>
      <a:accent3>
        <a:srgbClr val="EC9079"/>
      </a:accent3>
      <a:accent4>
        <a:srgbClr val="CAB29A"/>
      </a:accent4>
      <a:accent5>
        <a:srgbClr val="DA9F97"/>
      </a:accent5>
      <a:accent6>
        <a:srgbClr val="73799F"/>
      </a:accent6>
      <a:hlink>
        <a:srgbClr val="0563C1"/>
      </a:hlink>
      <a:folHlink>
        <a:srgbClr val="954F72"/>
      </a:folHlink>
    </a:clrScheme>
    <a:fontScheme name="自定义 13">
      <a:majorFont>
        <a:latin typeface="汉仪文黑-55简"/>
        <a:ea typeface="汉仪文黑-55简"/>
        <a:cs typeface=""/>
      </a:majorFont>
      <a:minorFont>
        <a:latin typeface="汉仪中等线简"/>
        <a:ea typeface="汉仪中等线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墨绿色医疗保健简约风主题">
  <a:themeElements>
    <a:clrScheme name="自定义 884">
      <a:dk1>
        <a:srgbClr val="000000"/>
      </a:dk1>
      <a:lt1>
        <a:srgbClr val="FFFFFF"/>
      </a:lt1>
      <a:dk2>
        <a:srgbClr val="041F23"/>
      </a:dk2>
      <a:lt2>
        <a:srgbClr val="EDF0EF"/>
      </a:lt2>
      <a:accent1>
        <a:srgbClr val="02A3A8"/>
      </a:accent1>
      <a:accent2>
        <a:srgbClr val="56ADFE"/>
      </a:accent2>
      <a:accent3>
        <a:srgbClr val="756AFE"/>
      </a:accent3>
      <a:accent4>
        <a:srgbClr val="E967E7"/>
      </a:accent4>
      <a:accent5>
        <a:srgbClr val="FB763B"/>
      </a:accent5>
      <a:accent6>
        <a:srgbClr val="FDBF03"/>
      </a:accent6>
      <a:hlink>
        <a:srgbClr val="00EEDA"/>
      </a:hlink>
      <a:folHlink>
        <a:srgbClr val="2FB6C8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1keWFXUlRhWHBsSlRJeUpUTkJNVFVsTWtNbE1qSnphRzkzUjNKcFpDVXlNaVV6UVhSeWRXVWxNa01sTWpKdmNtbGxiblJoZEdsdmJpVXlNaVV6UVNVeU1uQnZjblJ5WVdsMEpUSXlKVEpESlRJeWFHVnBaMmgwSlRJeUpUTkJNVFV3TUNVeVF5VXlNbUpoWTJ0bmNtOTFibVJEYjJ4dmNpVXlNaVV6UVNVeU1uUnlZVzV6Y0dGeVpXNTBKVEl5SlRKREpUSXlkMmxrZEdnbE1qSWxNMEV4TWpVd0pUSkRKVEl5Y0dGa1pHbHVaeVV5TWlVelFUSXdKVEpESlRJeWNtbGphRlJsZUhRbE1qSWxNMEYwY25WbEpUZEVKVEpESlRJeVpXeGxiV1Z1ZEhNbE1qSWxNMEVsTjBJbE1qSXhOV1JqTlRjd1lXUTFaREpqTmlVeU1pVXpRU1UzUWlVeU1uUmxlSFJDYkc5amF5VXlNaVV6UVNVMVFpVTNRaVV5TW5CdmMybDBhVzl1SlRJeUpUTkJKVGRDSlRJeWR5VXlNaVV6UVNVeU1uY3RNakFsTWpJbE1rTWxNakpvSlRJeUpUTkJKVEl5YUNVeU1pVXlReVV5TW5rbE1qSWxNMEV3SlRKREpUSXllQ1V5TWlVelFURXdKVGRFSlRKREpUSXlkR1Y0ZENVeU1pVXpRU1V5TWs1bGR5VXlNRTl5WkdWeUpUSXlKVGRFSlRWRUpUSkRKVEl5YkdsdVpWTjBlV3hsSlRJeUpUTkJKVGRDSlRJeWJHbHVaVmRwWkhSb0pUSXlKVE5CTUNVM1JDVXlReVV5TW14cGJtc2xNaklsTTBFbE1qSWxNaklsTWtNbE1qSmphR2xzWkhKbGJpVXlNaVV6UVNVMVFpVTFSQ1V5UXlVeU1uQmhjbVZ1ZENVeU1pVXpRU1V5TWlVeU1pVXlReVV5TW1GMGRISnBZblYwWlNVeU1pVXpRU1UzUWlVeU1teHBibXRoWW14bEpUSXlKVE5CZEhKMVpTVXlReVV5TW5acGMybGliR1VsTWpJbE0wRjBjblZsSlRKREpUSXlZMjl1ZEdGcGJtVnlKVEl5SlROQlptRnNjMlVsTWtNbE1qSnliM1JoZEdGaWJHVWxNaklsTTBGMGNuVmxKVEpESlRJeWJXRnlhMlZ5VDJabWMyVjBKVEl5SlROQk5TVXlReVV5TW1OdmJHeGhjSE5oWW14bEpUSXlKVE5CWm1Gc2MyVWxNa01sTWpKamIyeHNZWEJ6WldRbE1qSWxNMEZtWVd4elpTVTNSQ1V5UXlVeU1tWnZiblJUZEhsc1pTVXlNaVV6UVNVM1FpVXlNbUp2YkdRbE1qSWxNMEYwY25WbEpUSkRKVEl5WTI5c2IzSWxNaklsTTBFbE1qSXlOVFVsTWtNeU5UVWxNa015TlRVbE1qSWxNa01sTWpKemFYcGxKVEl5SlROQk1UVWxOMFFsTWtNbE1qSnlaWE5wZW1WRWFYSWxNaklsTTBFbE5VSWxNakowYkNVeU1pVXlReVV5TW5SeUpUSXlKVEpESlRJeVluSWxNaklsTWtNbE1qSmliQ1V5TWlVMVJDVXlReVV5TW1SaGRHRkJkSFJ5YVdKMWRHVnpKVEl5SlROQkpUVkNKVGRDSlRJeWFXUWxNaklsTTBFbE1qSXhOV1JqTlRjd1lXUTFaVGcxWmlVeU1pVXlReVV5TW1OaGRHVm5iM0o1SlRJeUpUTkJKVEl5WkdWbVlYVnNkQ1V5TWlVeVF5VXlNbTVoYldVbE1qSWxNMEVsTWpJbFJUVWxRa0VsT0VZbFJUVWxPRVlsUWpjbE1qSWxNa01sTWpKMllXeDFaU1V5TWlVelFTVXlNaVV5TWlVeVF5VXlNblI1Y0dVbE1qSWxNMEVsTWpKdWRXMWlaWElsTWpJbE4wUWxNa01sTjBJbE1qSnBaQ1V5TWlVelFTVXlNakUxWkdNMU56QmhaRFZsWWpBMkpUSXlKVEpESlRJeVkyRjBaV2R2Y25rbE1qSWxNMEVsTWpKa1pXWmhkV3gwSlRJeUpUSkRKVEl5Ym1GdFpTVXlNaVV6UVNVeU1pVkZOU1U1TUNVNFJDVkZOeVZCTnlWQ01DVXlNaVV5UXlVeU1uWmhiSFZsSlRJeUpUTkJKVEl5SlRJeUpUSkRKVEl5ZEhsd1pTVXlNaVV6UVNVeU1uTjBjbWx1WnlVeU1pVTNSQ1V5UXlVM1FpVXlNbWxrSlRJeUpUTkJKVEl5TVRWa1l6VTNNR0ZrTldVMk15VXlNaVV5UXlVeU1tTmhkR1ZuYjNKNUpUSXlKVE5CSlRJeVpHVm1ZWFZzZENVeU1pVXlReVV5TW01aGJXVWxNaklsTTBFbE1qSWxSVFlsT0RrbE9EQWxSVFlsT1VNbE9Ea2xSVGdsT0RBbE9EVWxNaklsTWtNbE1qSjJZV3gxWlNVeU1pVXpRU1V5TWlVeU1pVXlReVV5TW5SNWNHVWxNaklsTTBFbE1qSnpkSEpwYm1jbE1qSWxOMFFsTWtNbE4wSWxNakpwWkNVeU1pVXpRU1V5TWpFMVpHTTFOekJoWkRWbFl6VmlKVEl5SlRKREpUSXlZMkYwWldkdmNua2xNaklsTTBFbE1qSmtaV1poZFd4MEpUSXlKVEpESlRJeWJtRnRaU1V5TWlVelFTVXlNaVZGT0NWQ1JpVTVSU1ZGTmlVNFJTVkJOU1V5TWlVeVF5VXlNblpoYkhWbEpUSXlKVE5CSlRJeUpUSXlKVEpESlRJeWRIbHdaU1V5TWlVelFTVXlNbXhwYm1zbE1qSWxOMFFsTWtNbE4wSWxNakpwWkNVeU1pVXpRU1V5TWpFMVpHTTFOekJoWkRWbE5EbG1KVEl5SlRKREpUSXlZMkYwWldkdmNua2xNaklsTTBFbE1qSmtaV1poZFd4MEpUSXlKVEpESlRJeWJtRnRaU1V5TWlVelFTVXlNaVZGTkNWQ1JTVkNSaVZGTnlWQlF5VkNRU1V5TWlVeVF5VXlNblpoYkhWbEpUSXlKVE5CSlRJeUpUSXlKVEpESlRJeWRIbHdaU1V5TWlVelFTVXlNbk4wY21sdVp5VXlNaVUzUkNVeVF5VTNRaVV5TW1sa0pUSXlKVE5CSlRJeU1UVmtZelUzTUdGa05XVTBZMkVsTWpJbE1rTWxNakpqWVhSbFoyOXllU1V5TWlVelFTVXlNbVJsWm1GMWJIUWxNaklsTWtNbE1qSnVZVzFsSlRJeUpUTkJKVEl5SlVVMkpUZzRKVGt3SlVVMkpUbERKVUZESlRJeUpUSkRKVEl5ZG1Gc2RXVWxNaklsTTBFbE1qSWxNaklsTWtNbE1qSjBlWEJsSlRJeUpUTkJKVEl5Ym5WdFltVnlKVEl5SlRkRUpUSkRKVGRDSlRJeWFXUWxNaklsTTBFbE1qSXhOV1JqTlRjd1lXUTFaVFkzWmlVeU1pVXlReVV5TW1OaGRHVm5iM0o1SlRJeUpUTkJKVEl5WkdWbVlYVnNkQ1V5TWlVeVF5VXlNbTVoYldVbE1qSWxNMEVsTWpJbFJUWWxPVGNsUWpZbFJUa2xPVGNsUWpRbE1qSWxNa01sTWpKMllXeDFaU1V5TWlVelFTVXlNaVV5TWlVeVF5VXlNblI1Y0dVbE1qSWxNMEVsTWpKdWRXMWlaWElsTWpJbE4wUWxNa01sTjBJbE1qSnBaQ1V5TWlVelFTVXlNakUxWkdNMU56QmhaRFZsT0RabEpUSXlKVEpESlRJeVkyRjBaV2R2Y25rbE1qSWxNMEVsTWpKa1pXWmhkV3gwSlRJeUpUSkRKVEl5Ym1GdFpTVXlNaVV6UVNVeU1pVkZPU1U0TXlWQk9DVkZPU1U1TnlWQk9DVXlNaVV5UXlVeU1uWmhiSFZsSlRJeUpUTkJKVEl5SlRJeUpUSkRKVEl5ZEhsd1pTVXlNaVV6UVNVeU1uTjBjbWx1WnlVeU1pVTNSQ1V5UXlVM1FpVXlNbWxrSlRJeUpUTkJKVEl5TVRWa1l6VTNNR0ZrTldVME1qa2xNaklsTWtNbE1qSmpZWFJsWjI5eWVTVXlNaVV6UVNVeU1tUmxabUYxYkhRbE1qSWxNa01sTWpKdVlXMWxKVEl5SlROQkpUSXlKVVU0SlVKRkpUa3pKVVUxSlRnMUpVRTFKVEl5SlRKREpUSXlkbUZzZFdVbE1qSWxNMEVsTWpJbE1qSWxNa01sTWpKMGVYQmxKVEl5SlROQkpUSXljM1J5YVc1bkpUSXlKVGRFSlRKREpUZENKVEl5YVdRbE1qSWxNMEVsTWpJeE5XUmpOVGN3WVdRMVpUSm1aU1V5TWlVeVF5VXlNbU5oZEdWbmIzSjVKVEl5SlROQkpUSXlaR1ZtWVhWc2RDVXlNaVV5UXlVeU1tNWhiV1VsTWpJbE0wRWxNaklsUlRnbFFrVWxPVE1sUlRVbE9EY2xRa0VsTWpJbE1rTWxNakoyWVd4MVpTVXlNaVV6UVNVeU1pVXlNaVV5UXlVeU1uUjVjR1VsTWpJbE0wRWxNakp6ZEhKcGJtY2xNaklsTjBRbE1rTWxOMElsTWpKcFpDVXlNaVV6UVNVeU1qRTFaR00xTnpCaFpEVmxZMkl5SlRJeUpUSkRKVEl5WTJGMFpXZHZjbmtsTWpJbE0wRWxNakprWldaaGRXeDBKVEl5SlRKREpUSXlibUZ0WlNVeU1pVXpRU1V5TWlWRk9TVkJNeVU0UlNWRk9TVTVPU1ZCT1NVeU1pVXlReVV5TW5aaGJIVmxKVEl5SlROQkpUSXlKVEl5SlRKREpUSXlkSGx3WlNVeU1pVXpRU1V5TW5OMGNtbHVaeVV5TWlVM1JDVXlReVUzUWlVeU1tbGtKVEl5SlROQkpUSXlNVFZrWXpVM01HRmtOV1ZsTUdVbE1qSWxNa01sTWpKallYUmxaMjl5ZVNVeU1pVXpRU1V5TW1SbFptRjFiSFFsTWpJbE1rTWxNakp1WVcxbEpUSXlKVE5CSlRJeUpVVTFKVUUwSlRnM0pVVTJKVUl6SlVFNEpUSXlKVEpESlRJeWRtRnNkV1VsTWpJbE0wRWxNaklsTWpJbE1rTWxNakowZVhCbEpUSXlKVE5CSlRJeWMzUnlhVzVuSlRJeUpUZEVKVFZFSlRKREpUSXljMmhoY0dWVGRIbHNaU1V5TWlVelFTVTNRaVV5TW1Gc2NHaGhKVEl5SlROQk1TVTNSQ1V5UXlVeU1tbGtKVEl5SlROQkpUSXlNVFZrWXpVM01HRmtOV1F5WXpZbE1qSWxNa01sTWpKaGJtTm9iM0p6SlRJeUpUTkJKVFZDSlRkQ0pUSXllU1V5TWlVelFTVXlNakFsTWpJbE1rTWxNako0SlRJeUpUTkJKVEl5ZHlVeVJqSWxNaklsTjBRbE1rTWxOMElsTWpKNUpUSXlKVE5CSlRJeWFDVXlNaVV5UXlVeU1uZ2xNaklsTTBFbE1qSjNKVEpHTWlVeU1pVTNSQ1V5UXlVM1FpVXlNbmtsTWpJbE0wRWxNakpvSlRKR01pVXlNaVV5UXlVeU1uZ2xNaklsTTBFbE1qSXdKVEl5SlRkRUpUSkRKVGRDSlRJeWVTVXlNaVV6UVNVeU1tZ2xNa1l5SlRJeUpUSkRKVEl5ZUNVeU1pVXpRU1V5TW5jbE1qSWxOMFFsTlVRbE1rTWxNakowYVhSc1pTVXlNaVV6UVNVeU1pVkZOU1ZDUXlVNE1DVkZOU1ZCTnlVNFFpVXlSaVZGTnlWQ1FpVTVNeVZGTmlVNVJDVTVSaVV5TWlVeVF5VXlNbU5oZEdWbmIzSjVKVEl5SlROQkpUSXlabXh2ZHlVeU1pVXlReVV5TW01aGJXVWxNaklsTTBFbE1qSjBaWEp0YVc1aGRHOXlKVEl5SlRKREpUSXljR0YwYUNVeU1pVXpRU1UxUWlVM1FpVXlNbUZqZEdsdmJuTWxNaklsTTBFbE5VSWxOMElsTWpKaFkzUnBiMjRsTWpJbE0wRWxNakp0YjNabEpUSXlKVEpESlRJeWVTVXlNaVV6UVNVeU1qQWxNaklsTWtNbE1qSjRKVEl5SlROQkpUSXlUV0YwYUM1dGFXNG9keVV5UTJncEpUSkdNeVV5TWlVM1JDVXlReVUzUWlVeU1tRmpkR2x2YmlVeU1pVXpRU1V5TW14cGJtVWxNaklsTWtNbE1qSjVKVEl5SlROQkpUSXlNQ1V5TWlVeVF5VXlNbmdsTWpJbE0wRWxNakozTFUxaGRHZ3ViV2x1S0hjbE1rTm9LU1V5UmpNbE1qSWxOMFFsTWtNbE4wSWxNako1TVNVeU1pVXpRU1V5TWpBbE1qSWxNa01sTWpKaFkzUnBiMjRsTWpJbE0wRWxNakpqZFhKMlpTVXlNaVV5UXlVeU1ua3lKVEl5SlROQkpUSXlhQ1V5TWlVeVF5VXlNbmd5SlRJeUpUTkJKVEl5ZHlVeVFrMWhkR2d1YldsdUtIY2xNa05vS1NVeVJqTWxNa1l6SlRJeUpUSkRKVEl5ZVNVeU1pVXpRU1V5TW1nbE1qSWxNa01sTWpKNEpUSXlKVE5CSlRJeWR5MU5ZWFJvTG0xcGJpaDNKVEpEYUNrbE1rWXpKVEl5SlRKREpUSXllREVsTWpJbE0wRWxNakozSlRKQ1RXRjBhQzV0YVc0b2R5VXlRMmdwSlRKR015VXlSak1sTWpJbE4wUWxNa01sTjBJbE1qSmhZM1JwYjI0bE1qSWxNMEVsTWpKc2FXNWxKVEl5SlRKREpUSXllU1V5TWlVelFTVXlNbWdsTWpJbE1rTWxNako0SlRJeUpUTkJKVEl5VFdGMGFDNXRhVzRvZHlVeVEyZ3BKVEpHTXlVeU1pVTNSQ1V5UXlVM1FpVXlNbmt4SlRJeUpUTkJKVEl5YUNVeU1pVXlReVV5TW1GamRHbHZiaVV5TWlVelFTVXlNbU4xY25abEpUSXlKVEpESlRJeWVUSWxNaklsTTBFbE1qSXdKVEl5SlRKREpUSXllRElsTWpJbE0wRWxNakl0VFdGMGFDNXRhVzRvZHlVeVEyZ3BKVEpHTXlVeVJqTWxNaklsTWtNbE1qSjVKVEl5SlROQkpUSXlNQ1V5TWlVeVF5VXlNbmdsTWpJbE0wRWxNakpOWVhSb0xtMXBiaWgzSlRKRGFDa2xNa1l6SlRJeUpUSkRKVEl5ZURFbE1qSWxNMEVsTWpJdFRXRjBhQzV0YVc0b2R5VXlRMmdwSlRKR015VXlSak1sTWpJbE4wUWxNa01sTjBJbE1qSmhZM1JwYjI0bE1qSWxNMEVsTWpKamJHOXpaU1V5TWlVM1JDVTFSQ1UzUkNVMVJDVXlReVV5TW1acGJHeFRkSGxzWlNVeU1pVXpRU1UzUWlVeU1tTnZiRzl5SlRJeUpUTkJKVEl5TWpVMUpUSkRNVFV6SlRKRE1UVXpKVEl5SlRKREpUSXlkSGx3WlNVeU1pVXpRU1V5TW5OdmJHbGtKVEl5SlRkRUpUSkRKVEl5Ykc5amEyVmtKVEl5SlROQlptRnNjMlVsTWtNbE1qSm5jbTkxY0NVeU1pVXpRU1V5TWlVeU1pVXlReVV5TW5CeWIzQnpKVEl5SlROQkpUZENKVEl5ZHlVeU1pVXpRVEV3TUNVeVF5VXlNbUZ1WjJ4bEpUSXlKVE5CTUNVeVF5VXlNbWdsTWpJbE0wRTFNQ1V5UXlVeU1ua2xNaklsTTBFeE56VWxNa01sTWpKNmFXNWtaWGdsTWpJbE0wRXhKVEpESlRJeWVDVXlNaVV6UVRFME1TVTNSQ1UzUkNVeVF5VXlNakUxWkdNMU56RXhZak15WkdaakpUSXlKVE5CSlRkQ0pUSXlkR1Y0ZEVKc2IyTnJKVEl5SlROQkpUVkNKVGRDSlRJeWNHOXphWFJwYjI0bE1qSWxNMEVsTjBJbE1qSjNKVEl5SlROQkpUSXlkeTB5TUNVeU1pVXlReVV5TW1nbE1qSWxNMEVsTWpKb0pUSXlKVEpESlRJeWVTVXlNaVV6UVRBbE1rTWxNako0SlRJeUpUTkJNVEFsTjBRbE1rTWxNakowWlhoMEpUSXlKVE5CSlRJeVVtbHpheVV5TUVGc1pYSjBKVEl5SlRkRUpUVkVKVEpESlRJeWJHbHVaVk4wZVd4bEpUSXlKVE5CSlRkQ0pUSXliR2x1WlVOdmJHOXlKVEl5SlROQkpUSXlNVEkzSlRKRE1UTTVKVEpETVRVeUpUSXlKVEpESlRJeWJHbHVaVmRwWkhSb0pUSXlKVE5CTWlVM1JDVXlReVV5TW14cGJtc2xNaklsTTBFbE1qSWxNaklsTWtNbE1qSmphR2xzWkhKbGJpVXlNaVV6UVNVMVFpVTFSQ1V5UXlVeU1uQmhjbVZ1ZENVeU1pVXpRU1V5TWlVeU1pVXlReVV5TW1GMGRISnBZblYwWlNVeU1pVXpRU1UzUWlVeU1teHBibXRoWW14bEpUSXlKVE5CZEhKMVpTVXlReVV5TW5acGMybGliR1VsTWpJbE0wRjBjblZsSlRKREpUSXlZMjl1ZEdGcGJtVnlKVEl5SlROQlptRnNjMlVsTWtNbE1qSnliM1JoZEdGaWJHVWxNaklsTTBGMGNuVmxKVEpESlRJeWJXRnlhMlZ5VDJabWMyVjBKVEl5SlROQk5TVXlReVV5TW1OdmJHeGhjSE5oWW14bEpUSXlKVE5CWm1Gc2MyVWxNa01sTWpKamIyeHNZWEJ6WldRbE1qSWxNMEZtWVd4elpTVTNSQ1V5UXlVeU1tWnZiblJUZEhsc1pTVXlNaVV6UVNVM1FpVXlNbU52Ykc5eUpUSXlKVE5CSlRJeU1DVXlRekFsTWtNd0pUSXlKVGRFSlRKREpUSXljbVZ6YVhwbFJHbHlKVEl5SlROQkpUVkNKVEl5ZEd3bE1qSWxNa01sTWpKMGNpVXlNaVV5UXlVeU1tSnlKVEl5SlRKREpUSXlZbXdsTWpJbE5VUWxNa01sTWpKa1lYUmhRWFIwY21saWRYUmxjeVV5TWlVelFTVTFRaVUzUWlVeU1tbGtKVEl5SlROQkpUSXlNVFZrWXpVM01URmpOekJtWVRVbE1qSWxNa01sTWpKallYUmxaMjl5ZVNVeU1pVXpRU1V5TW1SbFptRjFiSFFsTWpJbE1rTWxNakp1WVcxbEpUSXlKVE5CSlRJeUpVVTFKVUpCSlRoR0pVVTFKVGhHSlVJM0pUSXlKVEpESlRJeWRtRnNkV1VsTWpJbE0wRWxNaklsTWpJbE1rTWxNakowZVhCbEpUSXlKVE5CSlRJeWJuVnRZbVZ5SlRJeUpUZEVKVEpESlRkQ0pUSXlhV1FsTWpJbE0wRWxNakl4TldSak5UY3hNV00zTURnMVpDVXlNaVV5UXlVeU1tTmhkR1ZuYjNKNUpUSXlKVE5CSlRJeVpHVm1ZWFZzZENVeU1pVXlReVV5TW01aGJXVWxNaklsTTBFbE1qSWxSVFVsT1RBbE9FUWxSVGNsUVRjbFFqQWxNaklsTWtNbE1qSjJZV3gxWlNVeU1pVXpRU1V5TWlVeU1pVXlReVV5TW5SNWNHVWxNaklsTTBFbE1qSnpkSEpwYm1jbE1qSWxOMFFsTWtNbE4wSWxNakpwWkNVeU1pVXpRU1V5TWpFMVpHTTFOekV4WXpjd05UbGxKVEl5SlRKREpUSXlZMkYwWldkdmNua2xNaklsTTBFbE1qSmtaV1poZFd4MEpUSXlKVEpESlRJeWJtRnRaU1V5TWlVelFTVXlNaVZGTmlVNE9TVTRNQ1ZGTmlVNVF5VTRPU1ZGT0NVNE1DVTROU1V5TWlVeVF5VXlNblpoYkhWbEpUSXlKVE5CSlRJeUpUSXlKVEpESlRJeWRIbHdaU1V5TWlVelFTVXlNbk4wY21sdVp5VXlNaVUzUkNVeVF5VTNRaVV5TW1sa0pUSXlKVE5CSlRJeU1UVmtZelUzTVRGak56QmxZVGdsTWpJbE1rTWxNakpqWVhSbFoyOXllU1V5TWlVelFTVXlNbVJsWm1GMWJIUWxNaklsTWtNbE1qSnVZVzFsSlRJeUpUTkJKVEl5SlVVNEpVSkdKVGxGSlVVMkpUaEZKVUUxSlRJeUpUSkRKVEl5ZG1Gc2RXVWxNaklsTTBFbE1qSWxNaklsTWtNbE1qSjBlWEJsSlRJeUpUTkJKVEl5YkdsdWF5VXlNaVUzUkNVeVF5VTNRaVV5TW1sa0pUSXlKVE5CSlRJeU1UVmtZelUzTVRGak56QmpNRGtsTWpJbE1rTWxNakpqWVhSbFoyOXllU1V5TWlVelFTVXlNbVJsWm1GMWJIUWxNaklsTWtNbE1qSnVZVzFsSlRJeUpUTkJKVEl5SlVVMEpVSkZKVUpHSlVVM0pVRkRKVUpCSlRJeUpUSkRKVEl5ZG1Gc2RXVWxNaklsTTBFbE1qSWxNaklsTWtNbE1qSjBlWEJsSlRJeUpUTkJKVEl5YzNSeWFXNW5KVEl5SlRkRUpUSkRKVGRDSlRJeWFXUWxNaklsTTBFbE1qSXhOV1JqTlRjeE1XTTNNR1U1WmlVeU1pVXlReVV5TW1OaGRHVm5iM0o1SlRJeUpUTkJKVEl5WkdWbVlYVnNkQ1V5TWlVeVF5VXlNbTVoYldVbE1qSWxNMEVsTWpJbFJUWWxPRGdsT1RBbFJUWWxPVU1sUVVNbE1qSWxNa01sTWpKMllXeDFaU1V5TWlVelFTVXlNaVV5TWlVeVF5VXlNblI1Y0dVbE1qSWxNMEVsTWpKdWRXMWlaWElsTWpJbE4wUWxNa01sTjBJbE1qSnBaQ1V5TWlVelFTVXlNakUxWkdNMU56RXhZemN3WVRRekpUSXlKVEpESlRJeVkyRjBaV2R2Y25rbE1qSWxNMEVsTWpKa1pXWmhkV3gwSlRJeUpUSkRKVEl5Ym1GdFpTVXlNaVV6UVNVeU1pVkZOaVU1TnlWQ05pVkZPU1U1TnlWQ05DVXlNaVV5UXlVeU1uWmhiSFZsSlRJeUpUTkJKVEl5SlRJeUpUSkRKVEl5ZEhsd1pTVXlNaVV6UVNVeU1tNTFiV0psY2lVeU1pVTNSQ1V5UXlVM1FpVXlNbWxrSlRJeUpUTkJKVEl5TVRWa1l6VTNNVEZqTnpBeU5tSWxNaklsTWtNbE1qSmpZWFJsWjI5eWVTVXlNaVV6UVNVeU1tUmxabUYxYkhRbE1qSWxNa01sTWpKdVlXMWxKVEl5SlROQkpUSXlKVVU1SlRnekpVRTRKVVU1SlRrM0pVRTRKVEl5SlRKREpUSXlkbUZzZFdVbE1qSWxNMEVsTWpJbE1qSWxNa01sTWpKMGVYQmxKVEl5SlROQkpUSXljM1J5YVc1bkpUSXlKVGRFSlRKREpUZENKVEl5YVdRbE1qSWxNMEVsTWpJeE5XUmpOVGN4TVdNM01HSTRNaVV5TWlVeVF5VXlNbU5oZEdWbmIzSjVKVEl5SlROQkpUSXlaR1ZtWVhWc2RDVXlNaVV5UXlVeU1tNWhiV1VsTWpJbE0wRWxNaklsUlRnbFFrVWxPVE1sUlRVbE9EVWxRVFVsTWpJbE1rTWxNakoyWVd4MVpTVXlNaVV6UVNVeU1pVXlNaVV5UXlVeU1uUjVjR1VsTWpJbE0wRWxNakp6ZEhKcGJtY2xNaklsTjBRbE1rTWxOMElsTWpKcFpDVXlNaVV6UVNVeU1qRTFaR00xTnpFeFl6Y3dNemMzSlRJeUpUSkRKVEl5WTJGMFpXZHZjbmtsTWpJbE0wRWxNakprWldaaGRXeDBKVEl5SlRKREpUSXlibUZ0WlNVeU1pVXpRU1V5TWlWRk9DVkNSU1U1TXlWRk5TVTROeVZDUVNVeU1pVXlReVV5TW5aaGJIVmxKVEl5SlROQkpUSXlKVEl5SlRKREpUSXlkSGx3WlNVeU1pVXpRU1V5TW5OMGNtbHVaeVV5TWlVM1JDVXlReVUzUWlVeU1tbGtKVEl5SlROQkpUSXlNVFZrWXpVM01URmpOekExTmpjbE1qSWxNa01sTWpKallYUmxaMjl5ZVNVeU1pVXpRU1V5TW1SbFptRjFiSFFsTWpJbE1rTWxNakp1WVcxbEpUSXlKVE5CSlRJeUpVVTVKVUV6SlRoRkpVVTVKVGs1SlVFNUpUSXlKVEpESlRJeWRtRnNkV1VsTWpJbE0wRWxNaklsTWpJbE1rTWxNakowZVhCbEpUSXlKVE5CSlRJeWMzUnlhVzVuSlRJeUpUZEVKVEpESlRkQ0pUSXlhV1FsTWpJbE0wRWxNakl4TldSak5UY3hNV00zTURBM1pDVXlNaVV5UXlVeU1tTmhkR1ZuYjNKNUpUSXlKVE5CSlRJeVpHVm1ZWFZzZENVeU1pVXlReVV5TW01aGJXVWxNaklsTTBFbE1qSWxSVFVsUVRRbE9EY2xSVFlsUWpNbFFUZ2xNaklsTWtNbE1qSjJZV3gxWlNVeU1pVXpRU1V5TWlVeU1pVXlReVV5TW5SNWNHVWxNaklsTTBFbE1qSnpkSEpwYm1jbE1qSWxOMFFsTlVRbE1rTWxNakp6YUdGd1pWTjBlV3hsSlRJeUpUTkJKVGRDSlRJeVlXeHdhR0VsTWpJbE0wRXhKVGRFSlRKREpUSXlhV1FsTWpJbE0wRWxNakl4TldSak5UY3hNV0l6TW1SbVl5VXlNaVV5UXlVeU1tRnVZMmh2Y25NbE1qSWxNMEVsTlVJbE4wSWxNako1SlRJeUpUTkJKVEl5TUNVeU1pVXlReVV5TW5nbE1qSWxNMEVsTWpKM0pUSkdNaVV5TWlVM1JDVXlReVUzUWlVeU1ua2xNaklsTTBFbE1qSm9KVEl5SlRKREpUSXllQ1V5TWlVelFTVXlNbmNsTWtZeUpUSXlKVGRFSlRKREpUZENKVEl5ZVNVeU1pVXpRU1V5TW1nbE1rWXlKVEl5SlRKREpUSXllQ1V5TWlVelFTVXlNakFsTWpJbE4wUWxNa01sTjBJbE1qSjVKVEl5SlROQkpUSXlhQ1V5UmpJbE1qSWxNa01sTWpKNEpUSXlKVE5CSlRJeWR5VXlNaVUzUkNVMVJDVXlReVV5TW5ScGRHeGxKVEl5SlROQkpUSXlKVVUxSlVKREpUZ3dKVVUxSlVFM0pUaENKVEpHSlVVM0pVSkNKVGt6SlVVMkpUbEVKVGxHSlRJeUpUSkRKVEl5WTJGMFpXZHZjbmtsTWpJbE0wRWxNakptYkc5M0pUSXlKVEpESlRJeWJtRnRaU1V5TWlVelFTVXlNblJsY20xcGJtRjBiM0lsTWpJbE1rTWxNakp3WVhSb0pUSXlKVE5CSlRWQ0pUZENKVEl5WVdOMGFXOXVjeVV5TWlVelFTVTFRaVUzUWlVeU1tRmpkR2x2YmlVeU1pVXpRU1V5TW0xdmRtVWxNaklsTWtNbE1qSjVKVEl5SlROQkpUSXlNQ1V5TWlVeVF5VXlNbmdsTWpJbE0wRWxNakpOWVhSb0xtMXBiaWgzSlRKRGFDa2xNa1l6SlRJeUpUZEVKVEpESlRkQ0pUSXlZV04wYVc5dUpUSXlKVE5CSlRJeWJHbHVaU1V5TWlVeVF5VXlNbmtsTWpJbE0wRWxNakl3SlRJeUpUSkRKVEl5ZUNVeU1pVXpRU1V5TW5jdFRXRjBhQzV0YVc0b2R5VXlRMmdwSlRKR015VXlNaVUzUkNVeVF5VTNRaVV5TW5reEpUSXlKVE5CSlRJeU1DVXlNaVV5UXlVeU1tRmpkR2x2YmlVeU1pVXpRU1V5TW1OMWNuWmxKVEl5SlRKREpUSXllVElsTWpJbE0wRWxNakpvSlRJeUpUSkRKVEl5ZURJbE1qSWxNMEVsTWpKM0pUSkNUV0YwYUM1dGFXNG9keVV5UTJncEpUSkdNeVV5UmpNbE1qSWxNa01sTWpKNUpUSXlKVE5CSlRJeWFDVXlNaVV5UXlVeU1uZ2xNaklsTTBFbE1qSjNMVTFoZEdndWJXbHVLSGNsTWtOb0tTVXlSak1sTWpJbE1rTWxNako0TVNVeU1pVXpRU1V5TW5jbE1rSk5ZWFJvTG0xcGJpaDNKVEpEYUNrbE1rWXpKVEpHTXlVeU1pVTNSQ1V5UXlVM1FpVXlNbUZqZEdsdmJpVXlNaVV6UVNVeU1teHBibVVsTWpJbE1rTWxNako1SlRJeUpUTkJKVEl5YUNVeU1pVXlReVV5TW5nbE1qSWxNMEVsTWpKTllYUm9MbTFwYmloM0pUSkRhQ2tsTWtZekpUSXlKVGRFSlRKREpUZENKVEl5ZVRFbE1qSWxNMEVsTWpKb0pUSXlKVEpESlRJeVlXTjBhVzl1SlRJeUpUTkJKVEl5WTNWeWRtVWxNaklsTWtNbE1qSjVNaVV5TWlVelFTVXlNakFsTWpJbE1rTWxNako0TWlVeU1pVXpRU1V5TWkxTllYUm9MbTFwYmloM0pUSkRhQ2tsTWtZekpUSkdNeVV5TWlVeVF5VXlNbmtsTWpJbE0wRWxNakl3SlRJeUpUSkRKVEl5ZUNVeU1pVXpRU1V5TWsxaGRHZ3ViV2x1S0hjbE1rTm9LU1V5UmpNbE1qSWxNa01sTWpKNE1TVXlNaVV6UVNVeU1pMU5ZWFJvTG0xcGJpaDNKVEpEYUNrbE1rWXpKVEpHTXlVeU1pVTNSQ1V5UXlVM1FpVXlNbUZqZEdsdmJpVXlNaVV6UVNVeU1tTnNiM05sSlRJeUpUZEVKVFZFSlRkRUpUVkVKVEpESlRJeVptbHNiRk4wZVd4bEpUSXlKVE5CSlRkQ0pUSXlZMjlzYjNJbE1qSWxNMEVsTWpJeE9URWxNa014T1RFbE1rTXhPVEVsTWpJbE1rTWxNakprY21GM1ZIbHdaU1V5TWlVelFTVXlNbTV2Ym1VbE1qSWxOMFFsTWtNbE1qSnNiMk5yWldRbE1qSWxNMEZtWVd4elpTVXlReVV5TW1keWIzVndKVEl5SlROQkpUSXlKVEl5SlRKREpUSXljSEp2Y0hNbE1qSWxNMEVsTjBJbE1qSjNKVEl5SlROQk1UVTJKVEpESlRJeVlXNW5iR1VsTWpJbE0wRXdKVEpESlRJeWFDVXlNaVV6UVRVd0pUSkRKVEl5ZVNVeU1pVXpRVE13TmlVeVF5VXlNbnBwYm1SbGVDVXlNaVV6UVRRbE1rTWxNako0SlRJeUpUTkJNekk1SlRkRUpUZEVKVEpESlRJeU1UVmtZelUzTVRkalpqVmpNR1lsTWpJbE0wRWxOMElsTWpKMFpYaDBRbXh2WTJzbE1qSWxNMEVsTlVJbE4wSWxNakp3YjNOcGRHbHZiaVV5TWlVelFTVTNRaVV5TW5jbE1qSWxNMEVsTWpKM0xUSXdKVEl5SlRKREpUSXllU1V5TWlVelFUQWxNa01sTWpKb0pUSXlKVE5CSlRJeWFDVXlNaVV5UXlVeU1uZ2xNaklsTTBFeE1DVTNSQ1V5UXlVeU1uUmxlSFFsTWpJbE0wRWxNakpCWTNScGIyNGxNakJNYjJjbE1qSWxOMFFsTlVRbE1rTWxNakpzYVc1bFUzUjViR1VsTWpJbE0wRWxOMElsTWpKc2FXNWxWMmxrZEdnbE1qSWxNMEV3SlRkRUpUSkRKVEl5YkdsdWF5VXlNaVV6UVNVeU1pVXlNaVV5UXlVeU1tTm9hV3hrY21WdUpUSXlKVE5CSlRWQ0pUVkVKVEpESlRJeWNHRnlaVzUwSlRJeUpUTkJKVEl5SlRJeUpUSkRKVEl5WVhSMGNtbGlkWFJsSlRJeUpUTkJKVGRDSlRJeWJHbHVhMkZpYkdVbE1qSWxNMEYwY25WbEpUSkRKVEl5ZG1semFXSnNaU1V5TWlVelFYUnlkV1VsTWtNbE1qSmpiMjUwWVdsdVpYSWxNaklsTTBGbVlXeHpaU1V5UXlVeU1uSnZkR0YwWVdKc1pTVXlNaVV6UVhSeWRXVWxNa01sTWpKdFlYSnJaWEpQWm1aelpYUWxNaklsTTBFMUpUSkRKVEl5WTI5c2JHRndjMkZpYkdVbE1qSWxNMEZtWVd4elpTVXlReVV5TW1OdmJHeGhjSE5sWkNVeU1pVXpRV1poYkhObEpUZEVKVEpESlRJeVptOXVkRk4wZVd4bEpUSXlKVE5CSlRkQ0pUSXlZbTlzWkNVeU1pVXpRWFJ5ZFdVbE1rTWxNakpqYjJ4dmNpVXlNaVV6UVNVeU1qSTFOU1V5UXpJMU5TVXlRekkxTlNVeU1pVXlReVV5TW5OcGVtVWxNaklsTTBFeE5TVTNSQ1V5UXlVeU1uSmxjMmw2WlVScGNpVXlNaVV6UVNVMVFpVXlNblJzSlRJeUpUSkRKVEl5ZEhJbE1qSWxNa01sTWpKaWNpVXlNaVV5UXlVeU1tSnNKVEl5SlRWRUpUSkRKVEl5WkdGMFlVRjBkSEpwWW5WMFpYTWxNaklsTTBFbE5VSWxOMElsTWpKcFpDVXlNaVV6UVNVeU1qRTFaR00xTnpFM1pUWXlNemhrSlRJeUpUSkRKVEl5WTJGMFpXZHZjbmtsTWpJbE0wRWxNakprWldaaGRXeDBKVEl5SlRKREpUSXlibUZ0WlNVeU1pVXpRU1V5TWlWRk5TVkNRU1U0UmlWRk5TVTRSaVZDTnlVeU1pVXlReVV5TW5aaGJIVmxKVEl5SlROQkpUSXlKVEl5SlRKREpUSXlkSGx3WlNVeU1pVXpRU1V5TW01MWJXSmxjaVV5TWlVM1JDVXlReVUzUWlVeU1tbGtKVEl5SlROQkpUSXlNVFZrWXpVM01UZGxOakl5TVdNbE1qSWxNa01sTWpKallYUmxaMjl5ZVNVeU1pVXpRU1V5TW1SbFptRjFiSFFsTWpJbE1rTWxNakp1WVcxbEpUSXlKVE5CSlRJeUpVVTFKVGt3SlRoRUpVVTNKVUUzSlVJd0pUSXlKVEpESlRJeWRtRnNkV1VsTWpJbE0wRWxNaklsTWpJbE1rTWxNakowZVhCbEpUSXlKVE5CSlRJeWMzUnlhVzVuSlRJeUpUZEVKVEpESlRkQ0pUSXlhV1FsTWpJbE0wRWxNakl4TldSak5UY3hOMlUyTWpjMU5TVXlNaVV5UXlVeU1tTmhkR1ZuYjNKNUpUSXlKVE5CSlRJeVpHVm1ZWFZzZENVeU1pVXlReVV5TW01aGJXVWxNaklsTTBFbE1qSWxSVFlsT0RrbE9EQWxSVFlsT1VNbE9Ea2xSVGdsT0RBbE9EVWxNaklsTWtNbE1qSjJZV3gxWlNVeU1pVXpRU1V5TWlVeU1pVXlReVV5TW5SNWNHVWxNaklsTTBFbE1qSnpkSEpwYm1jbE1qSWxOMFFsTWtNbE4wSWxNakpwWkNVeU1pVXpRU1V5TWpFMVpHTTFOekUzWlRZeU56WXhKVEl5SlRKREpUSXlZMkYwWldkdmNua2xNaklsTTBFbE1qSmtaV1poZFd4MEpUSXlKVEpESlRJeWJtRnRaU1V5TWlVelFTVXlNaVZGT0NWQ1JpVTVSU1ZGTmlVNFJTVkJOU1V5TWlVeVF5VXlNblpoYkhWbEpUSXlKVE5CSlRJeUpUSXlKVEpESlRJeWRIbHdaU1V5TWlVelFTVXlNbXhwYm1zbE1qSWxOMFFsTWtNbE4wSWxNakpwWkNVeU1pVXpRU1V5TWpFMVpHTTFOekUzWlRZeVlXUmlKVEl5SlRKREpUSXlZMkYwWldkdmNua2xNaklsTTBFbE1qSmtaV1poZFd4MEpUSXlKVEpESlRJeWJtRnRaU1V5TWlVelFTVXlNaVZGTkNWQ1JTVkNSaVZGTnlWQlF5VkNRU1V5TWlVeVF5VXlNblpoYkhWbEpUSXlKVE5CSlRJeUpUSXlKVEpESlRJeWRIbHdaU1V5TWlVelFTVXlNbk4wY21sdVp5VXlNaVUzUkNVeVF5VTNRaVV5TW1sa0pUSXlKVE5CSlRJeU1UVmtZelUzTVRkbE5qSmxNeVV5TWlVeVF5VXlNbU5oZEdWbmIzSjVKVEl5SlROQkpUSXlaR1ZtWVhWc2RDVXlNaVV5UXlVeU1tNWhiV1VsTWpJbE0wRWxNaklsUlRZbE9EZ2xPVEFsUlRZbE9VTWxRVU1sTWpJbE1rTWxNakoyWVd4MVpTVXlNaVV6UVNVeU1pVXlNaVV5UXlVeU1uUjVjR1VsTWpJbE0wRWxNakp1ZFcxaVpYSWxNaklsTjBRbE1rTWxOMElsTWpKcFpDVXlNaVV6UVNVeU1qRTFaR00xTnpFM1pUWXlPREZsSlRJeUpUSkRKVEl5WTJGMFpXZHZjbmtsTWpJbE0wRWxNakprWldaaGRXeDBKVEl5SlRKREpUSXlibUZ0WlNVeU1pVXpRU1V5TWlWRk5pVTVOeVZDTmlWRk9TVTVOeVZDTkNVeU1pVXlReVV5TW5aaGJIVmxKVEl5SlROQkpUSXlKVEl5SlRKREpUSXlkSGx3WlNVeU1pVXpRU1V5TW01MWJXSmxjaVV5TWlVM1JDVXlReVUzUWlVeU1tbGtKVEl5SlROQkpUSXlNVFZrWXpVM01UZGxOakl3WTJJbE1qSWxNa01sTWpKallYUmxaMjl5ZVNVeU1pVXpRU1V5TW1SbFptRjFiSFFsTWpJbE1rTWxNakp1WVcxbEpUSXlKVE5CSlRJeUpVVTVKVGd6SlVFNEpVVTVKVGszSlVFNEpUSXlKVEpESlRJeWRtRnNkV1VsTWpJbE0wRWxNaklsTWpJbE1rTWxNakowZVhCbEpUSXlKVE5CSlRJeWMzUnlhVzVuSlRJeUpUZEVKVEpESlRkQ0pUSXlhV1FsTWpJbE0wRWxNakl4TldSak5UY3hOMlUyTW1NNU9DVXlNaVV5UXlVeU1tTmhkR1ZuYjNKNUpUSXlKVE5CSlRJeVpHVm1ZWFZzZENVeU1pVXlReVV5TW01aGJXVWxNaklsTTBFbE1qSWxSVGdsUWtVbE9UTWxSVFVsT0RVbFFUVWxNaklsTWtNbE1qSjJZV3gxWlNVeU1pVXpRU1V5TWlVeU1pVXlReVV5TW5SNWNHVWxNaklsTTBFbE1qSnpkSEpwYm1jbE1qSWxOMFFsTWtNbE4wSWxNakpwWkNVeU1pVXpRU1V5TWpFMVpHTTFOekUzWlRZeU5XRmtKVEl5SlRKREpUSXlZMkYwWldkdmNua2xNaklsTTBFbE1qSmtaV1poZFd4MEpUSXlKVEpESlRJeWJtRnRaU1V5TWlVelFTVXlNaVZGT0NWQ1JTVTVNeVZGTlNVNE55VkNRU1V5TWlVeVF5VXlNblpoYkhWbEpUSXlKVE5CSlRJeUpUSXlKVEpESlRJeWRIbHdaU1V5TWlVelFTVXlNbk4wY21sdVp5VXlNaVUzUkNVeVF5VTNRaVV5TW1sa0pUSXlKVE5CSlRJeU1UVmtZelUzTVRkbE5qSTNKVEl5SlRKREpUSXlZMkYwWldkdmNua2xNaklsTTBFbE1qSmtaV1poZFd4MEpUSXlKVEpESlRJeWJtRnRaU1V5TWlVelFTVXlNaVZGT1NWQk15VTRSU1ZGT1NVNU9TVkJPU1V5TWlVeVF5VXlNblpoYkhWbEpUSXlKVE5CSlRJeUpUSXlKVEpESlRJeWRIbHdaU1V5TWlVelFTVXlNbk4wY21sdVp5VXlNaVUzUkNVeVF5VTNRaVV5TW1sa0pUSXlKVE5CSlRJeU1UVmtZelUzTVRkbE5qSmlPVFVsTWpJbE1rTWxNakpqWVhSbFoyOXllU1V5TWlVelFTVXlNbVJsWm1GMWJIUWxNaklsTWtNbE1qSnVZVzFsSlRJeUpUTkJKVEl5SlVVMUpVRTBKVGczSlVVMkpVSXpKVUU0SlRJeUpUSkRKVEl5ZG1Gc2RXVWxNaklsTTBFbE1qSWxNaklsTWtNbE1qSjBlWEJsSlRJeUpUTkJKVEl5YzNSeWFXNW5KVEl5SlRkRUpUVkVKVEpESlRJeWMyaGhjR1ZUZEhsc1pTVXlNaVV6UVNVM1FpVXlNbUZzY0doaEpUSXlKVE5CTVNVM1JDVXlReVV5TW1sa0pUSXlKVE5CSlRJeU1UVmtZelUzTVRkalpqVmpNR1lsTWpJbE1rTWxNakpoYm1Ob2IzSnpKVEl5SlROQkpUVkNKVGRDSlRJeWVTVXlNaVV6UVNVeU1qQWxNaklsTWtNbE1qSjRKVEl5SlROQkpUSXlkeVV5UmpJbE1qSWxOMFFsTWtNbE4wSWxNako1SlRJeUpUTkJKVEl5YUNVeU1pVXlReVV5TW5nbE1qSWxNMEVsTWpKM0pUSkdNaVV5TWlVM1JDVXlReVUzUWlVeU1ua2xNaklsTTBFbE1qSm9KVEpHTWlVeU1pVXlReVV5TW5nbE1qSWxNMEVsTWpJd0pUSXlKVGRFSlRKREpUZENKVEl5ZVNVeU1pVXpRU1V5TW1nbE1rWXlKVEl5SlRKREpUSXllQ1V5TWlVelFTVXlNbmNsTWpJbE4wUWxOVVFsTWtNbE1qSmpZWFJsWjI5eWVTVXlNaVV6UVNVeU1tWnNiM2NsTWpJbE1rTWxNakowYVhSc1pTVXlNaVV6UVNVeU1pVkZOU1ZDUXlVNE1DVkZOU1ZCTnlVNFFpVXlSaVZGTnlWQ1FpVTVNeVZGTmlVNVJDVTVSaVV5TWlVeVF5VXlNbTVoYldVbE1qSWxNMEVsTWpKMFpYSnRhVzVoZEc5eUpUSXlKVEpESlRJeVptbHNiRk4wZVd4bEpUSXlKVE5CSlRkQ0pUSXlZMjlzYjNJbE1qSWxNMEVsTWpJeE5UTWxNa015TURRbE1rTXlOVFVsTWpJbE1rTWxNakowZVhCbEpUSXlKVE5CSlRJeWMyOXNhV1FsTWpJbE4wUWxNa01sTWpKd1lYUm9KVEl5SlROQkpUVkNKVGRDSlRJeVlXTjBhVzl1Y3lVeU1pVXpRU1UxUWlVM1FpVXlNbUZqZEdsdmJpVXlNaVV6UVNVeU1tMXZkbVVsTWpJbE1rTWxNako1SlRJeUpUTkJKVEl5TUNVeU1pVXlReVV5TW5nbE1qSWxNMEVsTWpKTllYUm9MbTFwYmloM0pUSkRhQ2tsTWtZekpUSXlKVGRFSlRKREpUZENKVEl5WVdOMGFXOXVKVEl5SlROQkpUSXliR2x1WlNVeU1pVXlReVV5TW5rbE1qSWxNMEVsTWpJd0pUSXlKVEpESlRJeWVDVXlNaVV6UVNVeU1uY3RUV0YwYUM1dGFXNG9keVV5UTJncEpUSkdNeVV5TWlVM1JDVXlReVUzUWlVeU1tRmpkR2x2YmlVeU1pVXpRU1V5TW1OMWNuWmxKVEl5SlRKREpUSXllVEVsTWpJbE0wRWxNakl3SlRJeUpUSkRKVEl5ZVRJbE1qSWxNMEVsTWpKb0pUSXlKVEpESlRJeWVESWxNaklsTTBFbE1qSjNKVEpDVFdGMGFDNXRhVzRvZHlVeVEyZ3BKVEpHTXlVeVJqTWxNaklsTWtNbE1qSjVKVEl5SlROQkpUSXlhQ1V5TWlVeVF5VXlNbmd4SlRJeUpUTkJKVEl5ZHlVeVFrMWhkR2d1YldsdUtIY2xNa05vS1NVeVJqTWxNa1l6SlRJeUpUSkRKVEl5ZUNVeU1pVXpRU1V5TW5jdFRXRjBhQzV0YVc0b2R5VXlRMmdwSlRKR015VXlNaVUzUkNVeVF5VTNRaVV5TW1GamRHbHZiaVV5TWlVelFTVXlNbXhwYm1VbE1qSWxNa01sTWpKNUpUSXlKVE5CSlRJeWFDVXlNaVV5UXlVeU1uZ2xNaklsTTBFbE1qSk5ZWFJvTG0xcGJpaDNKVEpEYUNrbE1rWXpKVEl5SlRkRUpUSkRKVGRDSlRJeVlXTjBhVzl1SlRJeUpUTkJKVEl5WTNWeWRtVWxNaklsTWtNbE1qSjVNU1V5TWlVelFTVXlNbWdsTWpJbE1rTWxNako1TWlVeU1pVXpRU1V5TWpBbE1qSWxNa01sTWpKNE1pVXlNaVV6UVNVeU1pMU5ZWFJvTG0xcGJpaDNKVEpEYUNrbE1rWXpKVEpHTXlVeU1pVXlReVV5TW5rbE1qSWxNMEVsTWpJd0pUSXlKVEpESlRJeWVERWxNaklsTTBFbE1qSXRUV0YwYUM1dGFXNG9keVV5UTJncEpUSkdNeVV5UmpNbE1qSWxNa01sTWpKNEpUSXlKVE5CSlRJeVRXRjBhQzV0YVc0b2R5VXlRMmdwSlRKR015VXlNaVUzUkNVeVF5VTNRaVV5TW1GamRHbHZiaVV5TWlVelFTVXlNbU5zYjNObEpUSXlKVGRFSlRWRUpUZEVKVFZFSlRKREpUSXliRzlqYTJWa0pUSXlKVE5CWm1Gc2MyVWxNa01sTWpKbmNtOTFjQ1V5TWlVelFTVXlNaVV5TWlVeVF5VXlNbkJ5YjNCekpUSXlKVE5CSlRkQ0pUSXlkeVV5TWlVelFURXdNQ1V5UXlVeU1ua2xNaklsTTBFME5UTWxNa01sTWpKb0pUSXlKVE5CTlRBbE1rTWxNakpoYm1kc1pTVXlNaVV6UVRBbE1rTWxNako0SlRJeUpUTkJOVEExSlRKREpUSXllbWx1WkdWNEpUSXlKVE5CTnlVM1JDVTNSQ1V5UXlVeU1qRTFaR00xTnpFeU9EUXhOakptSlRJeUpUTkJKVGRDSlRJeWRHVjRkRUpzYjJOckpUSXlKVE5CSlRWQ0pUZENKVEl5Y0c5emFYUnBiMjRsTWpJbE0wRWxOMElsTWpKM0pUSXlKVE5CSlRJeWR5MHlNQ1V5TWlVeVF5VXlNbWdsTWpJbE0wRWxNakpvSlRJeUpUSkRKVEl5ZVNVeU1pVXpRVEFsTWtNbE1qSjRKVEl5SlROQk1UQWxOMFFsTWtNbE1qSjBaWGgwSlRJeUpUTkJKVEl5VTNSdlkyc2xNakJHYjNKbFkyRnpkQ1V5TWlVM1JDVTFSQ1V5UXlVeU1teHBibVZUZEhsc1pTVXlNaVV6UVNVM1FpVXlNbXhwYm1WRGIyeHZjaVV5TWlVelFTVXlNakl6TkNVeVF6RTFNaVV5UXpFeE1pVXlNaVUzUkNVeVF5VXlNbXhwYm1zbE1qSWxNMEVsTWpJbE1qSWxNa01sTWpKamFHbHNaSEpsYmlVeU1pVXpRU1UxUWlVMVJDVXlReVV5TW5CaGNtVnVkQ1V5TWlVelFTVXlNaVV5TWlVeVF5VXlNbUYwZEhKcFluVjBaU1V5TWlVelFTVTNRaVV5TW14cGJtdGhZbXhsSlRJeUpUTkJkSEoxWlNVeVF5VXlNblpwYzJsaWJHVWxNaklsTTBGMGNuVmxKVEpESlRJeVkyOXVkR0ZwYm1WeUpUSXlKVE5CWm1Gc2MyVWxNa01sTWpKeWIzUmhkR0ZpYkdVbE1qSWxNMEYwY25WbEpUSkRKVEl5YldGeWEyVnlUMlptYzJWMEpUSXlKVE5CTlNVeVF5VXlNbU52Ykd4aGNITmhZbXhsSlRJeUpUTkJabUZzYzJVbE1rTWxNakpqYjJ4c1lYQnpaV1FsTWpJbE0wRm1ZV3h6WlNVM1JDVXlReVV5TW1admJuUlRkSGxzWlNVeU1pVXpRU1UzUWlVeU1tTnZiRzl5SlRJeUpUTkJKVEl5TUNVeVF6QWxNa013SlRJeUpUZEVKVEpESlRJeWNtVnphWHBsUkdseUpUSXlKVE5CSlRWQ0pUSXlkR3dsTWpJbE1rTWxNakowY2lVeU1pVXlReVV5TW1KeUpUSXlKVEpESlRJeVltd2xNaklsTlVRbE1rTWxNakprWVhSaFFYUjBjbWxpZFhSbGN5VXlNaVV6UVNVMVFpVTNRaVV5TW1sa0pUSXlKVE5CSlRJeU1UVmtZelUzTVRJNU5qWmhaV1FsTWpJbE1rTWxNakpqWVhSbFoyOXllU1V5TWlVelFTVXlNbVJsWm1GMWJIUWxNaklsTWtNbE1qSnVZVzFsSlRJeUpUTkJKVEl5SlVVMUpVSkJKVGhHSlVVMUpUaEdKVUkzSlRJeUpUSkRKVEl5ZG1Gc2RXVWxNaklsTTBFbE1qSWxNaklsTWtNbE1qSjBlWEJsSlRJeUpUTkJKVEl5Ym5WdFltVnlKVEl5SlRkRUpUSkRKVGRDSlRJeWFXUWxNaklsTTBFbE1qSXhOV1JqTlRjeE1qazJOakExWXlVeU1pVXlReVV5TW1OaGRHVm5iM0o1SlRJeUpUTkJKVEl5WkdWbVlYVnNkQ1V5TWlVeVF5VXlNbTVoYldVbE1qSWxNMEVsTWpJbFJUVWxPVEFsT0VRbFJUY2xRVGNsUWpBbE1qSWxNa01sTWpKMllXeDFaU1V5TWlVelFTVXlNaVV5TWlVeVF5VXlNblI1Y0dVbE1qSWxNMEVsTWpKemRISnBibWNsTWpJbE4wUWxNa01sTjBJbE1qSnBaQ1V5TWlVelFTVXlNakUxWkdNMU56RXlPVFkyT0dFNEpUSXlKVEpESlRJeVkyRjBaV2R2Y25rbE1qSWxNMEVsTWpKa1pXWmhkV3gwSlRJeUpUSkRKVEl5Ym1GdFpTVXlNaVV6UVNVeU1pVkZOaVU0T1NVNE1DVkZOaVU1UXlVNE9TVkZPQ1U0TUNVNE5TVXlNaVV5UXlVeU1uWmhiSFZsSlRJeUpUTkJKVEl5SlRJeUpUSkRKVEl5ZEhsd1pTVXlNaVV6UVNVeU1uTjBjbWx1WnlVeU1pVTNSQ1V5UXlVM1FpVXlNbWxrSlRJeUpUTkJKVEl5TVRWa1l6VTNNVEk1TmpZME5pVXlNaVV5UXlVeU1tTmhkR1ZuYjNKNUpUSXlKVE5CSlRJeVpHVm1ZWFZzZENVeU1pVXlReVV5TW01aGJXVWxNaklsTTBFbE1qSWxSVGdsUWtZbE9VVWxSVFlsT0VVbFFUVWxNaklsTWtNbE1qSjJZV3gxWlNVeU1pVXpRU1V5TWlVeU1pVXlReVV5TW5SNWNHVWxNaklsTTBFbE1qSnNhVzVySlRJeUpUZEVKVEpESlRkQ0pUSXlhV1FsTWpJbE0wRWxNakl4TldSak5UY3hNamsyTm1SaVlTVXlNaVV5UXlVeU1tTmhkR1ZuYjNKNUpUSXlKVE5CSlRJeVpHVm1ZWFZzZENVeU1pVXlReVV5TW01aGJXVWxNaklsTTBFbE1qSWxSVFFsUWtVbFFrWWxSVGNsUVVNbFFrRWxNaklsTWtNbE1qSjJZV3gxWlNVeU1pVXpRU1V5TWlVeU1pVXlReVV5TW5SNWNHVWxNaklsTTBFbE1qSnpkSEpwYm1jbE1qSWxOMFFsTWtNbE4wSWxNakpwWkNVeU1pVXpRU1V5TWpFMVpHTTFOekV5T1RZMlpqQTRKVEl5SlRKREpUSXlZMkYwWldkdmNua2xNaklsTTBFbE1qSmtaV1poZFd4MEpUSXlKVEpESlRJeWJtRnRaU1V5TWlVelFTVXlNaVZGTmlVNE9DVTVNQ1ZGTmlVNVF5VkJReVV5TWlVeVF5VXlNblpoYkhWbEpUSXlKVE5CSlRJeUpUSXlKVEpESlRJeWRIbHdaU1V5TWlVelFTVXlNbTUxYldKbGNpVXlNaVUzUkNVeVF5VTNRaVV5TW1sa0pUSXlKVE5CSlRJeU1UVmtZelUzTVRJNU5qWm1ORGtsTWpJbE1rTWxNakpqWVhSbFoyOXllU1V5TWlVelFTVXlNbVJsWm1GMWJIUWxNaklsTWtNbE1qSnVZVzFsSlRJeUpUTkJKVEl5SlVVMkpUazNKVUkySlVVNUpUazNKVUkwSlRJeUpUSkRKVEl5ZG1Gc2RXVWxNaklsTTBFbE1qSWxNaklsTWtNbE1qSjBlWEJsSlRJeUpUTkJKVEl5Ym5WdFltVnlKVEl5SlRkRUpUSkRKVGRDSlRJeWFXUWxNaklsTTBFbE1qSXhOV1JqTlRjeE1qazJObU0xTkNVeU1pVXlReVV5TW1OaGRHVm5iM0o1SlRJeUpUTkJKVEl5WkdWbVlYVnNkQ1V5TWlVeVF5VXlNbTVoYldVbE1qSWxNMEVsTWpJbFJUa2xPRE1sUVRnbFJUa2xPVGNsUVRnbE1qSWxNa01sTWpKMllXeDFaU1V5TWlVelFTVXlNaVV5TWlVeVF5VXlNblI1Y0dVbE1qSWxNMEVsTWpKemRISnBibWNsTWpJbE4wUWxNa01sTjBJbE1qSnBaQ1V5TWlVelFTVXlNakUxWkdNMU56RXlPVFkyTURjNEpUSXlKVEpESlRJeVkyRjBaV2R2Y25rbE1qSWxNMEVsTWpKa1pXWmhkV3gwSlRJeUpUSkRKVEl5Ym1GdFpTVXlNaVV6UVNVeU1pVkZPQ1ZDUlNVNU15VkZOU1U0TlNWQk5TVXlNaVV5UXlVeU1uWmhiSFZsSlRJeUpUTkJKVEl5SlRJeUpUSkRKVEl5ZEhsd1pTVXlNaVV6UVNVeU1uTjBjbWx1WnlVeU1pVTNSQ1V5UXlVM1FpVXlNbWxrSlRJeUpUTkJKVEl5TVRWa1l6VTNNVEk1TmpZell6RWxNaklsTWtNbE1qSmpZWFJsWjI5eWVTVXlNaVV6UVNVeU1tUmxabUYxYkhRbE1qSWxNa01sTWpKdVlXMWxKVEl5SlROQkpUSXlKVVU0SlVKRkpUa3pKVVUxSlRnM0pVSkJKVEl5SlRKREpUSXlkbUZzZFdVbE1qSWxNMEVsTWpJbE1qSWxNa01sTWpKMGVYQmxKVEl5SlROQkpUSXljM1J5YVc1bkpUSXlKVGRFSlRKREpUZENKVEl5YVdRbE1qSWxNMEVsTWpJeE5XUmpOVGN4TWprMk5qbGpKVEl5SlRKREpUSXlZMkYwWldkdmNua2xNaklsTTBFbE1qSmtaV1poZFd4MEpUSXlKVEpESlRJeWJtRnRaU1V5TWlVelFTVXlNaVZGT1NWQk15VTRSU1ZGT1NVNU9TVkJPU1V5TWlVeVF5VXlNblpoYkhWbEpUSXlKVE5CSlRJeUpUSXlKVEpESlRJeWRIbHdaU1V5TWlVelFTVXlNbk4wY21sdVp5VXlNaVUzUkNVeVF5VTNRaVV5TW1sa0pUSXlKVE5CSlRJeU1UVmtZelUzTVRJNU5qWTVPVE1sTWpJbE1rTWxNakpqWVhSbFoyOXllU1V5TWlVelFTVXlNbVJsWm1GMWJIUWxNaklsTWtNbE1qSnVZVzFsSlRJeUpUTkJKVEl5SlVVMUpVRTBKVGczSlVVMkpVSXpKVUU0SlRJeUpUSkRKVEl5ZG1Gc2RXVWxNaklsTTBFbE1qSWxNaklsTWtNbE1qSjBlWEJsSlRJeUpUTkJKVEl5YzNSeWFXNW5KVEl5SlRkRUpUVkVKVEpESlRJeWMyaGhjR1ZUZEhsc1pTVXlNaVV6UVNVM1FpVXlNbUZzY0doaEpUSXlKVE5CTVNVM1JDVXlReVV5TW1sa0pUSXlKVE5CSlRJeU1UVmtZelUzTVRJNE5ERTJNbVlsTWpJbE1rTWxNakpoYm1Ob2IzSnpKVEl5SlROQkpUVkNKVGRDSlRJeWVTVXlNaVV6UVNVeU1qQWxNaklsTWtNbE1qSjRKVEl5SlROQkpUSXlkeVV5UmpJbE1qSWxOMFFsTWtNbE4wSWxNako1SlRJeUpUTkJKVEl5YUNVeU1pVXlReVV5TW5nbE1qSWxNMEVsTWpKM0pUSkdNaVV5TWlVM1JDVXlReVUzUWlVeU1ua2xNaklsTTBFbE1qSm9KVEpHTWlVeU1pVXlReVV5TW5nbE1qSWxNMEVsTWpJd0pUSXlKVGRFSlRKREpUZENKVEl5ZVNVeU1pVXpRU1V5TW1nbE1rWXlKVEl5SlRKREpUSXllQ1V5TWlVelFTVXlNbmNsTWpJbE4wUWxOVVFsTWtNbE1qSjBhWFJzWlNVeU1pVXpRU1V5TWlWRk5TVkNReVU0TUNWRk5TVkJOeVU0UWlVeVJpVkZOeVZDUWlVNU15VkZOaVU1UkNVNVJpVXlNaVV5UXlVeU1tTmhkR1ZuYjNKNUpUSXlKVE5CSlRJeVpteHZkeVV5TWlVeVF5VXlNbTVoYldVbE1qSWxNMEVsTWpKMFpYSnRhVzVoZEc5eUpUSXlKVEpESlRJeWNHRjBhQ1V5TWlVelFTVTFRaVUzUWlVeU1tRmpkR2x2Ym5NbE1qSWxNMEVsTlVJbE4wSWxNakpoWTNScGIyNGxNaklsTTBFbE1qSnRiM1psSlRJeUpUSkRKVEl5ZVNVeU1pVXpRU1V5TWpBbE1qSWxNa01sTWpKNEpUSXlKVE5CSlRJeVRXRjBhQzV0YVc0b2R5VXlRMmdwSlRKR015VXlNaVUzUkNVeVF5VTNRaVV5TW1GamRHbHZiaVV5TWlVelFTVXlNbXhwYm1VbE1qSWxNa01sTWpKNUpUSXlKVE5CSlRJeU1DVXlNaVV5UXlVeU1uZ2xNaklsTTBFbE1qSjNMVTFoZEdndWJXbHVLSGNsTWtOb0tTVXlSak1sTWpJbE4wUWxNa01sTjBJbE1qSjVNU1V5TWlVelFTVXlNakFsTWpJbE1rTWxNakpoWTNScGIyNGxNaklsTTBFbE1qSmpkWEoyWlNVeU1pVXlReVV5TW5reUpUSXlKVE5CSlRJeWFDVXlNaVV5UXlVeU1uZ3lKVEl5SlROQkpUSXlkeVV5UWsxaGRHZ3ViV2x1S0hjbE1rTm9LU1V5UmpNbE1rWXpKVEl5SlRKREpUSXllU1V5TWlVelFTVXlNbWdsTWpJbE1rTWxNako0SlRJeUpUTkJKVEl5ZHkxTllYUm9MbTFwYmloM0pUSkRhQ2tsTWtZekpUSXlKVEpESlRJeWVERWxNaklsTTBFbE1qSjNKVEpDVFdGMGFDNXRhVzRvZHlVeVEyZ3BKVEpHTXlVeVJqTWxNaklsTjBRbE1rTWxOMElsTWpKaFkzUnBiMjRsTWpJbE0wRWxNakpzYVc1bEpUSXlKVEpESlRJeWVTVXlNaVV6UVNVeU1tZ2xNaklsTWtNbE1qSjRKVEl5SlROQkpUSXlUV0YwYUM1dGFXNG9keVV5UTJncEpUSkdNeVV5TWlVM1JDVXlReVUzUWlVeU1ua3hKVEl5SlROQkpUSXlhQ1V5TWlVeVF5VXlNbUZqZEdsdmJpVXlNaVV6UVNVeU1tTjFjblpsSlRJeUpUSkRKVEl5ZVRJbE1qSWxNMEVsTWpJd0pUSXlKVEpESlRJeWVESWxNaklsTTBFbE1qSXRUV0YwYUM1dGFXNG9keVV5UTJncEpUSkdNeVV5UmpNbE1qSWxNa01sTWpKNUpUSXlKVE5CSlRJeU1DVXlNaVV5UXlVeU1uZ2xNaklsTTBFbE1qSk5ZWFJvTG0xcGJpaDNKVEpEYUNrbE1rWXpKVEl5SlRKREpUSXllREVsTWpJbE0wRWxNakl0VFdGMGFDNXRhVzRvZHlVeVEyZ3BKVEpHTXlVeVJqTWxNaklsTjBRbE1rTWxOMElsTWpKaFkzUnBiMjRsTWpJbE0wRWxNakpqYkc5elpTVXlNaVUzUkNVMVJDVTNSQ1UxUkNVeVF5VXlNbVpwYkd4VGRIbHNaU1V5TWlVelFTVTNRaVV5TW1OdmJHOXlKVEl5SlROQkpUSXlNalV4SlRKRE1qTTBKVEpETWpFNEpUSXlKVEpESlRJeVpISmhkMVI1Y0dVbE1qSWxNMEVsTWpKdWIyNWxKVEl5SlRkRUpUSkRKVEl5Ykc5amEyVmtKVEl5SlROQlptRnNjMlVsTWtNbE1qSm5jbTkxY0NVeU1pVXpRU1V5TWlVeU1pVXlReVV5TW5CeWIzQnpKVEl5SlROQkpUZENKVEl5ZHlVeU1pVXpRVEUxTmlVeVF5VXlNbUZ1WjJ4bEpUSXlKVE5CTUNVeVF5VXlNbWdsTWpJbE0wRTFNQ1V5UXlVeU1ua2xNaklsTTBFek1EWWxNa01sTWpKNmFXNWtaWGdsTWpJbE0wRTFKVEpESlRJeWVDVXlNaVV6UVRZeU9TVTNSQ1UzUkNVeVF5VXlNakUxWkdNMU56STNZVGhoWmpFekpUSXlKVE5CSlRkQ0pUSXlkR1Y0ZEVKc2IyTnJKVEl5SlROQkpUVkNKVGRDSlRJeWNHOXphWFJwYjI0bE1qSWxNMEVsTjBJbE1qSjNKVEl5SlROQkpUSXlkeTB5TUNVeU1pVXlReVV5TW5rbE1qSWxNMEV3SlRKREpUSXlhQ1V5TWlVelFTVXlNbWdsTWpJbE1rTWxNako0SlRJeUpUTkJNVEFsTjBRbE1rTWxNakowWlhoMEpUSXlKVE5CSlRJeUpUSXlKVGRFSlRWRUpUSkRKVEl5YkdsdVpWTjBlV3hsSlRJeUpUTkJKVGRDSlRJeWJHbHVaVk4wZVd4bEpUSXlKVE5CSlRJeVpHRnphR1ZrSlRJeUpUSkRKVEl5YkdsdVpWZHBaSFJvSlRJeUpUTkJNU1UzUkNVeVF5VXlNbXhwYm1zbE1qSWxNMEVsTWpJbE1qSWxNa01sTWpKamFHbHNaSEpsYmlVeU1pVXpRU1UxUWlVMVJDVXlReVV5TW5CaGNtVnVkQ1V5TWlVelFTVXlNaVV5TWlVeVF5VXlNbUYwZEhKcFluVjBaU1V5TWlVelFTVTNRaVV5TW14cGJtdGhZbXhsSlRJeUpUTkJkSEoxWlNVeVF5VXlNblpwYzJsaWJHVWxNaklsTTBGMGNuVmxKVEpESlRJeVkyOXVkR0ZwYm1WeUpUSXlKVE5CWm1Gc2MyVWxNa01sTWpKeWIzUmhkR0ZpYkdVbE1qSWxNMEYwY25WbEpUSkRKVEl5YldGeWEyVnlUMlptYzJWMEpUSXlKVE5CTlNVeVF5VXlNbU52Ykd4aGNITmhZbXhsSlRJeUpUTkJabUZzYzJVbE1rTWxNakpqYjJ4c1lYQnpaV1FsTWpJbE0wRm1ZV3h6WlNVM1JDVXlReVV5TW1admJuUlRkSGxzWlNVeU1pVXpRU1UzUWlVM1JDVXlReVV5TW5KbGMybDZaVVJwY2lVeU1pVXpRU1UxUWlVeU1uUnNKVEl5SlRKREpUSXlkSElsTWpJbE1rTWxNakppY2lVeU1pVXlReVV5TW1Kc0pUSXlKVFZFSlRKREpUSXlaR0YwWVVGMGRISnBZblYwWlhNbE1qSWxNMEVsTlVJbE4wSWxNakpwWkNVeU1pVXpRU1V5TWpFMVpHTTFOekkzWWpsaE5tTTFKVEl5SlRKREpUSXlZMkYwWldkdmNua2xNaklsTTBFbE1qSmtaV1poZFd4MEpUSXlKVEpESlRJeWJtRnRaU1V5TWlVelFTVXlNaVZGTlNWQ1FTVTRSaVZGTlNVNFJpVkNOeVV5TWlVeVF5VXlNblpoYkhWbEpUSXlKVE5CSlRJeUpUSXlKVEpESlRJeWRIbHdaU1V5TWlVelFTVXlNbTUxYldKbGNpVXlNaVUzUkNVeVF5VTNRaVV5TW1sa0pUSXlKVE5CSlRJeU1UVmtZelUzTWpkaU9XRmlZbUVsTWpJbE1rTWxNakpqWVhSbFoyOXllU1V5TWlVelFTVXlNbVJsWm1GMWJIUWxNaklsTWtNbE1qSnVZVzFsSlRJeUpUTkJKVEl5SlVVMUpUa3dKVGhFSlVVM0pVRTNKVUl3SlRJeUpUSkRKVEl5ZG1Gc2RXVWxNaklsTTBFbE1qSWxNaklsTWtNbE1qSjBlWEJsSlRJeUpUTkJKVEl5YzNSeWFXNW5KVEl5SlRkRUpUSkRKVGRDSlRJeWFXUWxNaklsTTBFbE1qSXhOV1JqTlRjeU4ySTVZVEkxWmlVeU1pVXlReVV5TW1OaGRHVm5iM0o1SlRJeUpUTkJKVEl5WkdWbVlYVnNkQ1V5TWlVeVF5VXlNbTVoYldVbE1qSWxNMEVsTWpJbFJUWWxPRGtsT0RBbFJUWWxPVU1sT0RrbFJUZ2xPREFsT0RVbE1qSWxNa01sTWpKMllXeDFaU1V5TWlVelFTVXlNaVV5TWlVeVF5VXlNblI1Y0dVbE1qSWxNMEVsTWpKemRISnBibWNsTWpJbE4wUWxNa01sTjBJbE1qSnBaQ1V5TWlVelFTVXlNakUxWkdNMU56STNZamxoTUdNNUpUSXlKVEpESlRJeVkyRjBaV2R2Y25rbE1qSWxNMEVsTWpKa1pXWmhkV3gwSlRJeUpUSkRKVEl5Ym1GdFpTVXlNaVV6UVNVeU1pVkZPQ1ZDUmlVNVJTVkZOaVU0UlNWQk5TVXlNaVV5UXlVeU1uWmhiSFZsSlRJeUpUTkJKVEl5SlRJeUpUSkRKVEl5ZEhsd1pTVXlNaVV6UVNVeU1teHBibXNsTWpJbE4wUWxNa01sTjBJbE1qSnBaQ1V5TWlVelFTVXlNakUxWkdNMU56STNZamxoWm1NbE1qSWxNa01sTWpKallYUmxaMjl5ZVNVeU1pVXpRU1V5TW1SbFptRjFiSFFsTWpJbE1rTWxNakp1WVcxbEpUSXlKVE5CSlRJeUpVVTBKVUpGSlVKR0pVVTNKVUZESlVKQkpUSXlKVEpESlRJeWRtRnNkV1VsTWpJbE0wRWxNaklsTWpJbE1rTWxNakowZVhCbEpUSXlKVE5CSlRJeWMzUnlhVzVuSlRJeUpUZEVKVFZFSlRKREpUSXljMmhoY0dWVGRIbHNaU1V5TWlVelFTVTNRaVV5TW1Gc2NHaGhKVEl5SlROQk1TVTNSQ1V5UXlVeU1tbGtKVEl5SlROQkpUSXlNVFZrWXpVM01qZGhPR0ZtTVRNbE1qSWxNa01sTWpKaGJtTm9iM0p6SlRJeUpUTkJKVFZDSlRkQ0pUSXllU1V5TWlVelFTVXlNakFsTWpJbE1rTWxNako0SlRJeUpUTkJKVEl5ZHlVeVJqSWxNaklsTjBRbE1rTWxOMElsTWpKNUpUSXlKVE5CSlRJeWFDVXlNaVV5UXlVeU1uZ2xNaklsTTBFbE1qSjNKVEpHTWlVeU1pVTNSQ1V5UXlVM1FpVXlNbmtsTWpJbE0wRWxNakpvSlRKR01pVXlNaVV5UXlVeU1uZ2xNaklsTTBFbE1qSXdKVEl5SlRkRUpUSkRKVGRDSlRJeWVTVXlNaVV6UVNVeU1tZ2xNa1l5SlRJeUpUSkRKVEl5ZUNVeU1pVXpRU1V5TW5jbE1qSWxOMFFsTlVRbE1rTWxNakpqWVhSbFoyOXllU1V5TWlVelFTVXlNbUpoYzJsakpUSXlKVEpESlRJeWRHbDBiR1VsTWpJbE0wRWxNaklsUlRVbE9VTWxPRFlsUlRVbFFrUWxRVElsTWpJbE1rTWxNakp1WVcxbEpUSXlKVE5CSlRJeWNtOTFibVFsTWpJbE1rTWxNakptYVd4c1UzUjViR1VsTWpJbE0wRWxOMElsTjBRbE1rTWxNakp3WVhSb0pUSXlKVE5CSlRWQ0pUZENKVEl5WVdOMGFXOXVjeVV5TWlVelFTVTFRaVUzUWlVeU1tRmpkR2x2YmlVeU1pVXpRU1V5TW0xdmRtVWxNaklsTWtNbE1qSjVKVEl5SlROQkpUSXlhQ1V5UmpJbE1qSWxNa01sTWpKNEpUSXlKVE5CSlRJeU1DVXlNaVUzUkNVeVF5VTNRaVV5TW1GamRHbHZiaVV5TWlVelFTVXlNbU4xY25abEpUSXlKVEpESlRJeWVURWxNaklsTTBFbE1qSXRhQ1V5UmpZbE1qSWxNa01sTWpKNU1pVXlNaVV6UVNVeU1pMW9KVEpHTmlVeU1pVXlReVV5TW5neUpUSXlKVE5CSlRJeWR5VXlNaVV5UXlVeU1ua2xNaklsTTBFbE1qSm9KVEpHTWlVeU1pVXlReVV5TW5neEpUSXlKVE5CSlRJeU1DVXlNaVV5UXlVeU1uZ2xNaklsTTBFbE1qSjNKVEl5SlRkRUpUSkRKVGRDSlRJeVlXTjBhVzl1SlRJeUpUTkJKVEl5WTNWeWRtVWxNaklsTWtNbE1qSjVNU1V5TWlVelFTVXlNbWdsTWtKb0pUSkdOaVV5TWlVeVF5VXlNbmt5SlRJeUpUTkJKVEl5YUNVeVFtZ2xNa1kySlRJeUpUSkRKVEl5ZURJbE1qSWxNMEVsTWpJd0pUSXlKVEpESlRJeWVTVXlNaVV6UVNVeU1tZ2xNa1l5SlRJeUpUSkRKVEl5ZURFbE1qSWxNMEVsTWpKM0pUSXlKVEpESlRJeWVDVXlNaVV6UVNVeU1qQWxNaklsTjBRbE1rTWxOMElsTWpKaFkzUnBiMjRsTWpJbE0wRWxNakpqYkc5elpTVXlNaVUzUkNVMVJDVTNSQ1UxUkNVeVF5VXlNbXh2WTJ0bFpDVXlNaVV6UVdaaGJITmxKVEpESlRJeVozSnZkWEFsTWpJbE0wRWxNaklsTWpJbE1rTWxNakp3Y205d2N5VXlNaVV6UVNVM1FpVXlNbmNsTWpJbE0wRXlNQ1V5UXlVeU1ua2xNaklsTTBFek1qRWxNa01sTWpKb0pUSXlKVE5CTWpBbE1rTWxNakpoYm1kc1pTVXlNaVV6UVRBbE1rTWxNako0SlRJeUpUTkJNalUxSlRKREpUSXllbWx1WkdWNEpUSXlKVE5CTVRJbE4wUWxOMFFsTWtNbE1qSXhOV1JqTlRjeFlqSTVaR0ppTVNVeU1pVXpRU1UzUWlVeU1uUmxlSFJDYkc5amF5VXlNaVV6UVNVMVFpVTNRaVV5TW5CdmMybDBhVzl1SlRJeUpUTkJKVGRDSlRJeWR5VXlNaVV6UVNVeU1uY3RNakFsTWpJbE1rTWxNakpvSlRJeUpUTkJKVEl5YUNVeU1pVXlReVV5TW5rbE1qSWxNMEV3SlRKREpUSXllQ1V5TWlVelFURXdKVGRFSlRKREpUSXlkR1Y0ZENVeU1pVXpRU1V5TWtoMWJXRnVKVEl3UVhCd2NtOTJZV3dsTWpJbE4wUWxOVVFsTWtNbE1qSnNhVzVsVTNSNWJHVWxNaklsTTBFbE4wSWxNakpzYVc1bFEyOXNiM0lsTWpJbE0wRWxNakl5TWpjbE1rTTVPQ1V5UXpFeU5pVXlNaVUzUkNVeVF5VXlNbXhwYm1zbE1qSWxNMEVsTWpJbE1qSWxNa01sTWpKamFHbHNaSEpsYmlVeU1pVXpRU1UxUWlVMVJDVXlReVV5TW5CaGNtVnVkQ1V5TWlVelFTVXlNaVV5TWlVeVF5VXlNbUYwZEhKcFluVjBaU1V5TWlVelFTVTNRaVV5TW14cGJtdGhZbXhsSlRJeUpUTkJkSEoxWlNVeVF5VXlNblpwYzJsaWJHVWxNaklsTTBGMGNuVmxKVEpESlRJeVkyOXVkR0ZwYm1WeUpUSXlKVE5CWm1Gc2MyVWxNa01sTWpKeWIzUmhkR0ZpYkdVbE1qSWxNMEYwY25WbEpUSkRKVEl5YldGeWEyVnlUMlptYzJWMEpUSXlKVE5CTlNVeVF5VXlNbU52Ykd4aGNITmhZbXhsSlRJeUpUTkJabUZzYzJVbE1rTWxNakpqYjJ4c1lYQnpaV1FsTWpJbE0wRm1ZV3h6WlNVM1JDVXlReVV5TW1admJuUlRkSGxzWlNVeU1pVXpRU1UzUWlVeU1tTnZiRzl5SlRJeUpUTkJKVEl5TUNVeVF6QWxNa013SlRJeUpUZEVKVEpESlRJeWNtVnphWHBsUkdseUpUSXlKVE5CSlRWQ0pUSXlkR3dsTWpJbE1rTWxNakowY2lVeU1pVXlReVV5TW1KeUpUSXlKVEpESlRJeVltd2xNaklsTlVRbE1rTWxNakprWVhSaFFYUjBjbWxpZFhSbGN5VXlNaVV6UVNVMVFpVTNRaVV5TW1sa0pUSXlKVE5CSlRJeU1UVmtZelUzTVdJellqRTBPR1VsTWpJbE1rTWxNakpqWVhSbFoyOXllU1V5TWlVelFTVXlNbVJsWm1GMWJIUWxNaklsTWtNbE1qSnVZVzFsSlRJeUpUTkJKVEl5SlVVMUpVSkJKVGhHSlVVMUpUaEdKVUkzSlRJeUpUSkRKVEl5ZG1Gc2RXVWxNaklsTTBFbE1qSWxNaklsTWtNbE1qSjBlWEJsSlRJeUpUTkJKVEl5Ym5WdFltVnlKVEl5SlRkRUpUSkRKVGRDSlRJeWFXUWxNaklsTTBFbE1qSXhOV1JqTlRjeFlqTmlNV1ZtTkNVeU1pVXlReVV5TW1OaGRHVm5iM0o1SlRJeUpUTkJKVEl5WkdWbVlYVnNkQ1V5TWlVeVF5VXlNbTVoYldVbE1qSWxNMEVsTWpJbFJUVWxPVEFsT0VRbFJUY2xRVGNsUWpBbE1qSWxNa01sTWpKMllXeDFaU1V5TWlVelFTVXlNaVV5TWlVeVF5VXlNblI1Y0dVbE1qSWxNMEVsTWpKemRISnBibWNsTWpJbE4wUWxNa01sTjBJbE1qSnBaQ1V5TWlVelFTVXlNakUxWkdNMU56RmlNMkl4WlRJNEpUSXlKVEpESlRJeVkyRjBaV2R2Y25rbE1qSWxNMEVsTWpKa1pXWmhkV3gwSlRJeUpUSkRKVEl5Ym1GdFpTVXlNaVV6UVNVeU1pVkZOaVU0T1NVNE1DVkZOaVU1UXlVNE9TVkZPQ1U0TUNVNE5TVXlNaVV5UXlVeU1uWmhiSFZsSlRJeUpUTkJKVEl5SlRJeUpUSkRKVEl5ZEhsd1pTVXlNaVV6UVNVeU1uTjBjbWx1WnlVeU1pVTNSQ1V5UXlVM1FpVXlNbWxrSlRJeUpUTkJKVEl5TVRWa1l6VTNNV0l6WWpFd1pUWWxNaklsTWtNbE1qSmpZWFJsWjI5eWVTVXlNaVV6UVNVeU1tUmxabUYxYkhRbE1qSWxNa01sTWpKdVlXMWxKVEl5SlROQkpUSXlKVVU0SlVKR0pUbEZKVVUySlRoRkpVRTFKVEl5SlRKREpUSXlkbUZzZFdVbE1qSWxNMEVsTWpJbE1qSWxNa01sTWpKMGVYQmxKVEl5SlROQkpUSXliR2x1YXlVeU1pVTNSQ1V5UXlVM1FpVXlNbWxrSlRJeUpUTkJKVEl5TVRWa1l6VTNNV0l6WWpFNVlXUWxNaklsTWtNbE1qSmpZWFJsWjI5eWVTVXlNaVV6UVNVeU1tUmxabUYxYkhRbE1qSWxNa01sTWpKdVlXMWxKVEl5SlROQkpUSXlKVVUwSlVKRkpVSkdKVVUzSlVGREpVSkJKVEl5SlRKREpUSXlkbUZzZFdVbE1qSWxNMEVsTWpJbE1qSWxNa01sTWpKMGVYQmxKVEl5SlROQkpUSXljM1J5YVc1bkpUSXlKVGRFSlRKREpUZENKVEl5YVdRbE1qSWxNMEVsTWpJeE5XUmpOVGN4WWpOaU1XUTFPU1V5TWlVeVF5VXlNbU5oZEdWbmIzSjVKVEl5SlROQkpUSXlaR1ZtWVhWc2RDVXlNaVV5UXlVeU1tNWhiV1VsTWpJbE0wRWxNaklsUlRZbE9EZ2xPVEFsUlRZbE9VTWxRVU1sTWpJbE1rTWxNakoyWVd4MVpTVXlNaVV6UVNVeU1pVXlNaVV5UXlVeU1uUjVjR1VsTWpJbE0wRWxNakp1ZFcxaVpYSWxNaklsTjBRbE1rTWxOMElsTWpKcFpDVXlNaVV6UVNVeU1qRTFaR00xTnpGaU0ySXhPREVsTWpJbE1rTWxNakpqWVhSbFoyOXllU1V5TWlVelFTVXlNbVJsWm1GMWJIUWxNaklsTWtNbE1qSnVZVzFsSlRJeUpUTkJKVEl5SlVVMkpUazNKVUkySlVVNUpUazNKVUkwSlRJeUpUSkRKVEl5ZG1Gc2RXVWxNaklsTTBFbE1qSWxNaklsTWtNbE1qSjBlWEJsSlRJeUpUTkJKVEl5Ym5WdFltVnlKVEl5SlRkRUpUSkRKVGRDSlRJeWFXUWxNaklsTTBFbE1qSXhOV1JqTlRjeFlqTmlNVFF5TmlVeU1pVXlReVV5TW1OaGRHVm5iM0o1SlRJeUpUTkJKVEl5WkdWbVlYVnNkQ1V5TWlVeVF5VXlNbTVoYldVbE1qSWxNMEVsTWpJbFJUa2xPRE1sUVRnbFJUa2xPVGNsUVRnbE1qSWxNa01sTWpKMllXeDFaU1V5TWlVelFTVXlNaVV5TWlVeVF5VXlNblI1Y0dVbE1qSWxNMEVsTWpKemRISnBibWNsTWpJbE4wUWxNa01sTjBJbE1qSnBaQ1V5TWlVelFTVXlNakUxWkdNMU56RmlNMkl4TnpZbE1qSWxNa01sTWpKallYUmxaMjl5ZVNVeU1pVXpRU1V5TW1SbFptRjFiSFFsTWpJbE1rTWxNakp1WVcxbEpUSXlKVE5CSlRJeUpVVTRKVUpGSlRrekpVVTFKVGcxSlVFMUpUSXlKVEpESlRJeWRtRnNkV1VsTWpJbE0wRWxNaklsTWpJbE1rTWxNakowZVhCbEpUSXlKVE5CSlRJeWMzUnlhVzVuSlRJeUpUZEVKVEpESlRkQ0pUSXlhV1FsTWpJbE0wRWxNakl4TldSak5UY3hZak5pTVRRd05TVXlNaVV5UXlVeU1tTmhkR1ZuYjNKNUpUSXlKVE5CSlRJeVpHVm1ZWFZzZENVeU1pVXlReVV5TW01aGJXVWxNaklsTTBFbE1qSWxSVGdsUWtVbE9UTWxSVFVsT0RjbFFrRWxNaklsTWtNbE1qSjJZV3gxWlNVeU1pVXpRU1V5TWlVeU1pVXlReVV5TW5SNWNHVWxNaklsTTBFbE1qSnpkSEpwYm1jbE1qSWxOMFFsTWtNbE4wSWxNakpwWkNVeU1pVXpRU1V5TWpFMVpHTTFOekZpTTJJeE5qQTBKVEl5SlRKREpUSXlZMkYwWldkdmNua2xNaklsTTBFbE1qSmtaV1poZFd4MEpUSXlKVEpESlRJeWJtRnRaU1V5TWlVelFTVXlNaVZGT1NWQk15VTRSU1ZGT1NVNU9TVkJPU1V5TWlVeVF5VXlNblpoYkhWbEpUSXlKVE5CSlRJeUpUSXlKVEpESlRJeWRIbHdaU1V5TWlVelFTVXlNbk4wY21sdVp5VXlNaVUzUkNVeVF5VTNRaVV5TW1sa0pUSXlKVE5CSlRJeU1UVmtZelUzTVdJellqRXlOemNsTWpJbE1rTWxNakpqWVhSbFoyOXllU1V5TWlVelFTVXlNbVJsWm1GMWJIUWxNaklsTWtNbE1qSnVZVzFsSlRJeUpUTkJKVEl5SlVVMUpVRTBKVGczSlVVMkpVSXpKVUU0SlRJeUpUSkRKVEl5ZG1Gc2RXVWxNaklsTTBFbE1qSWxNaklsTWtNbE1qSjBlWEJsSlRJeUpUTkJKVEl5YzNSeWFXNW5KVEl5SlRkRUpUVkVKVEpESlRJeWMyaGhjR1ZUZEhsc1pTVXlNaVV6UVNVM1FpVXlNbUZzY0doaEpUSXlKVE5CTVNVM1JDVXlReVV5TW1sa0pUSXlKVE5CSlRJeU1UVmtZelUzTVdJeU9XUmlZakVsTWpJbE1rTWxNakpoYm1Ob2IzSnpKVEl5SlROQkpUVkNKVGRDSlRJeWVTVXlNaVV6UVNVeU1qQWxNaklsTWtNbE1qSjRKVEl5SlROQkpUSXlkeVV5UmpJbE1qSWxOMFFsTWtNbE4wSWxNako1SlRJeUpUTkJKVEl5YUNVeU1pVXlReVV5TW5nbE1qSWxNMEVsTWpKM0pUSkdNaVV5TWlVM1JDVXlReVUzUWlVeU1ua2xNaklsTTBFbE1qSm9KVEpHTWlVeU1pVXlReVV5TW5nbE1qSWxNMEVsTWpJd0pUSXlKVGRFSlRKREpUZENKVEl5ZVNVeU1pVXpRU1V5TW1nbE1rWXlKVEl5SlRKREpUSXllQ1V5TWlVelFTVXlNbmNsTWpJbE4wUWxOVVFsTWtNbE1qSjBhWFJzWlNVeU1pVXpRU1V5TWlWRk5TVkNReVU0TUNWRk5TVkJOeVU0UWlVeVJpVkZOeVZDUWlVNU15VkZOaVU1UkNVNVJpVXlNaVV5UXlVeU1tTmhkR1ZuYjNKNUpUSXlKVE5CSlRJeVpteHZkeVV5TWlVeVF5VXlNbTVoYldVbE1qSWxNMEVsTWpKMFpYSnRhVzVoZEc5eUpUSXlKVEpESlRJeWNHRjBhQ1V5TWlVelFTVTFRaVUzUWlVeU1tRmpkR2x2Ym5NbE1qSWxNMEVsTlVJbE4wSWxNakpoWTNScGIyNGxNaklsTTBFbE1qSnRiM1psSlRJeUpUSkRKVEl5ZVNVeU1pVXpRU1V5TWpBbE1qSWxNa01sTWpKNEpUSXlKVE5CSlRJeVRXRjBhQzV0YVc0b2R5VXlRMmdwSlRKR015VXlNaVUzUkNVeVF5VTNRaVV5TW1GamRHbHZiaVV5TWlVelFTVXlNbXhwYm1VbE1qSWxNa01sTWpKNUpUSXlKVE5CSlRJeU1DVXlNaVV5UXlVeU1uZ2xNaklsTTBFbE1qSjNMVTFoZEdndWJXbHVLSGNsTWtOb0tTVXlSak1sTWpJbE4wUWxNa01sTjBJbE1qSjVNU1V5TWlVelFTVXlNakFsTWpJbE1rTWxNakpoWTNScGIyNGxNaklsTTBFbE1qSmpkWEoyWlNVeU1pVXlReVV5TW5reUpUSXlKVE5CSlRJeWFDVXlNaVV5UXlVeU1uZ3lKVEl5SlROQkpUSXlkeVV5UWsxaGRHZ3ViV2x1S0hjbE1rTm9LU1V5UmpNbE1rWXpKVEl5SlRKREpUSXllU1V5TWlVelFTVXlNbWdsTWpJbE1rTWxNako0SlRJeUpUTkJKVEl5ZHkxTllYUm9MbTFwYmloM0pUSkRhQ2tsTWtZekpUSXlKVEpESlRJeWVERWxNaklsTTBFbE1qSjNKVEpDVFdGMGFDNXRhVzRvZHlVeVEyZ3BKVEpHTXlVeVJqTWxNaklsTjBRbE1rTWxOMElsTWpKaFkzUnBiMjRsTWpJbE0wRWxNakpzYVc1bEpUSXlKVEpESlRJeWVTVXlNaVV6UVNVeU1tZ2xNaklsTWtNbE1qSjRKVEl5SlROQkpUSXlUV0YwYUM1dGFXNG9keVV5UTJncEpUSkdNeVV5TWlVM1JDVXlReVUzUWlVeU1ua3hKVEl5SlROQkpUSXlhQ1V5TWlVeVF5VXlNbUZqZEdsdmJpVXlNaVV6UVNVeU1tTjFjblpsSlRJeUpUSkRKVEl5ZVRJbE1qSWxNMEVsTWpJd0pUSXlKVEpESlRJeWVESWxNaklsTTBFbE1qSXRUV0YwYUM1dGFXNG9keVV5UTJncEpUSkdNeVV5UmpNbE1qSWxNa01sTWpKNUpUSXlKVE5CSlRJeU1DVXlNaVV5UXlVeU1uZ2xNaklsTTBFbE1qSk5ZWFJvTG0xcGJpaDNKVEpEYUNrbE1rWXpKVEl5SlRKREpUSXllREVsTWpJbE0wRWxNakl0VFdGMGFDNXRhVzRvZHlVeVEyZ3BKVEpHTXlVeVJqTWxNaklsTjBRbE1rTWxOMElsTWpKaFkzUnBiMjRsTWpJbE0wRWxNakpqYkc5elpTVXlNaVUzUkNVMVJDVTNSQ1UxUkNVeVF5VXlNbVpwYkd4VGRIbHNaU1V5TWlVelFTVTNRaVV5TW1OdmJHOXlKVEl5SlROQkpUSXlNalV3SlRKRE1qSXhKVEpETWpNM0pUSXlKVEpESlRJeVpISmhkMVI1Y0dVbE1qSWxNMEVsTWpKdWIyNWxKVEl5SlRkRUpUSkRKVEl5Ykc5amEyVmtKVEl5SlROQlptRnNjMlVsTWtNbE1qSm5jbTkxY0NVeU1pVXpRU1V5TWlVeU1pVXlReVV5TW5CeWIzQnpKVEl5SlROQkpUZENKVEl5ZHlVeU1pVXpRVEV6TVNVeVF5VXlNbUZ1WjJ4bEpUSXlKVE5CTUNVeVF5VXlNbWdsTWpJbE0wRTBPU1V5UXlVeU1ua2xNaklsTTBFME5UTWxNa01sTWpKNmFXNWtaWGdsTWpJbE0wRTRKVEpESlRJeWVDVXlNaVV6UVRJek1pVTNSQ1UzUkNVeVF5VXlNakUxWkdNMU56STFZelF6TVRnekpUSXlKVE5CSlRkQ0pUSXlkR1Y0ZEVKc2IyTnJKVEl5SlROQkpUVkNKVGRDSlRJeWNHOXphWFJwYjI0bE1qSWxNMEVsTjBJbE1qSjNKVEl5SlROQkpUSXlkeTB5TUNVeU1pVXlReVV5TW5rbE1qSWxNMEV3SlRKREpUSXlhQ1V5TWlVelFTVXlNbWdsTWpJbE1rTWxNako0SlRJeUpUTkJNVEFsTjBRbE1rTWxNakowWlhoMEpUSXlKVE5CSlRJeUpUSXlKVGRFSlRWRUpUSkRKVEl5YkdsdVpWTjBlV3hsSlRJeUpUTkJKVGRDSlRJeWJHbHVaVk4wZVd4bEpUSXlKVE5CSlRJeVpHRnphR1ZrSlRJeUpUSkRKVEl5YkdsdVpWZHBaSFJvSlRJeUpUTkJNU1UzUkNVeVF5VXlNbXhwYm1zbE1qSWxNMEVsTWpJbE1qSWxNa01sTWpKamFHbHNaSEpsYmlVeU1pVXpRU1UxUWlVMVJDVXlReVV5TW5CaGNtVnVkQ1V5TWlVelFTVXlNaVV5TWlVeVF5VXlNbUYwZEhKcFluVjBaU1V5TWlVelFTVTNRaVV5TW14cGJtdGhZbXhsSlRJeUpUTkJkSEoxWlNVeVF5VXlNblpwYzJsaWJHVWxNaklsTTBGMGNuVmxKVEpESlRJeVkyOXVkR0ZwYm1WeUpUSXlKVE5CWm1Gc2MyVWxNa01sTWpKeWIzUmhkR0ZpYkdVbE1qSWxNMEYwY25WbEpUSkRKVEl5YldGeWEyVnlUMlptYzJWMEpUSXlKVE5CTlNVeVF5VXlNbU52Ykd4aGNITmhZbXhsSlRJeUpUTkJabUZzYzJVbE1rTWxNakpqYjJ4c1lYQnpaV1FsTWpJbE0wRm1ZV3h6WlNVM1JDVXlReVV5TW1admJuUlRkSGxzWlNVeU1pVXpRU1UzUWlVM1JDVXlReVV5TW5KbGMybDZaVVJwY2lVeU1pVXpRU1UxUWlVeU1uUnNKVEl5SlRKREpUSXlkSElsTWpJbE1rTWxNakppY2lVeU1pVXlReVV5TW1Kc0pUSXlKVFZFSlRKREpUSXlaR0YwWVVGMGRISnBZblYwWlhNbE1qSWxNMEVsTlVJbE4wSWxNakpwWkNVeU1pVXpRU1V5TWpFMVpHTTFOekkxWkRRMk5EVXpKVEl5SlRKREpUSXlZMkYwWldkdmNua2xNaklsTTBFbE1qSmtaV1poZFd4MEpUSXlKVEpESlRJeWJtRnRaU1V5TWlVelFTVXlNaVZGTlNWQ1FTVTRSaVZGTlNVNFJpVkNOeVV5TWlVeVF5VXlNblpoYkhWbEpUSXlKVE5CSlRJeUpUSXlKVEpESlRJeWRIbHdaU1V5TWlVelFTVXlNbTUxYldKbGNpVXlNaVUzUkNVeVF5VTNRaVV5TW1sa0pUSXlKVE5CSlRJeU1UVmtZelUzTWpWa05EWTRaRGNsTWpJbE1rTWxNakpqWVhSbFoyOXllU1V5TWlVelFTVXlNbVJsWm1GMWJIUWxNaklsTWtNbE1qSnVZVzFsSlRJeUpUTkJKVEl5SlVVMUpUa3dKVGhFSlVVM0pVRTNKVUl3SlRJeUpUSkRKVEl5ZG1Gc2RXVWxNaklsTTBFbE1qSWxNaklsTWtNbE1qSjBlWEJsSlRJeUpUTkJKVEl5YzNSeWFXNW5KVEl5SlRkRUpUSkRKVGRDSlRJeWFXUWxNaklsTTBFbE1qSXhOV1JqTlRjeU5XUTBOalF5T0NVeU1pVXlReVV5TW1OaGRHVm5iM0o1SlRJeUpUTkJKVEl5WkdWbVlYVnNkQ1V5TWlVeVF5VXlNbTVoYldVbE1qSWxNMEVsTWpJbFJUWWxPRGtsT0RBbFJUWWxPVU1sT0RrbFJUZ2xPREFsT0RVbE1qSWxNa01sTWpKMllXeDFaU1V5TWlVelFTVXlNaVV5TWlVeVF5VXlNblI1Y0dVbE1qSWxNMEVsTWpKemRISnBibWNsTWpJbE4wUWxNa01sTjBJbE1qSnBaQ1V5TWlVelFTVXlNakUxWkdNMU56STFaRFEyWXpBMEpUSXlKVEpESlRJeVkyRjBaV2R2Y25rbE1qSWxNMEVsTWpKa1pXWmhkV3gwSlRJeUpUSkRKVEl5Ym1GdFpTVXlNaVV6UVNVeU1pVkZPQ1ZDUmlVNVJTVkZOaVU0UlNWQk5TVXlNaVV5UXlVeU1uWmhiSFZsSlRJeUpUTkJKVEl5SlRJeUpUSkRKVEl5ZEhsd1pTVXlNaVV6UVNVeU1teHBibXNsTWpJbE4wUWxNa01sTjBJbE1qSnBaQ1V5TWlVelFTVXlNakUxWkdNMU56STFaRFEyWW1RNEpUSXlKVEpESlRJeVkyRjBaV2R2Y25rbE1qSWxNMEVsTWpKa1pXWmhkV3gwSlRJeUpUSkRKVEl5Ym1GdFpTVXlNaVV6UVNVeU1pVkZOQ1ZDUlNWQ1JpVkZOeVZCUXlWQ1FTVXlNaVV5UXlVeU1uWmhiSFZsSlRJeUpUTkJKVEl5SlRJeUpUSkRKVEl5ZEhsd1pTVXlNaVV6UVNVeU1uTjBjbWx1WnlVeU1pVTNSQ1UxUkNVeVF5VXlNbk5vWVhCbFUzUjViR1VsTWpJbE0wRWxOMElsTWpKaGJIQm9ZU1V5TWlVelFURWxOMFFsTWtNbE1qSnBaQ1V5TWlVelFTVXlNakUxWkdNMU56STFZelF6TVRnekpUSXlKVEpESlRJeVlXNWphRzl5Y3lVeU1pVXpRU1UxUWlVM1FpVXlNbmtsTWpJbE0wRWxNakl3SlRJeUpUSkRKVEl5ZUNVeU1pVXpRU1V5TW5jbE1rWXlKVEl5SlRkRUpUSkRKVGRDSlRJeWVTVXlNaVV6UVNVeU1tZ2xNaklsTWtNbE1qSjRKVEl5SlROQkpUSXlkeVV5UmpJbE1qSWxOMFFsTWtNbE4wSWxNako1SlRJeUpUTkJKVEl5YUNVeVJqSWxNaklsTWtNbE1qSjRKVEl5SlROQkpUSXlNQ1V5TWlVM1JDVXlReVUzUWlVeU1ua2xNaklsTTBFbE1qSm9KVEpHTWlVeU1pVXlReVV5TW5nbE1qSWxNMEVsTWpKM0pUSXlKVGRFSlRWRUpUSkRKVEl5WTJGMFpXZHZjbmtsTWpJbE0wRWxNakppWVhOcFl5VXlNaVV5UXlVeU1uUnBkR3hsSlRJeUpUTkJKVEl5SlVVMUpUbERKVGcySlVVMUpVSkVKVUV5SlRJeUpUSkRKVEl5Ym1GdFpTVXlNaVV6UVNVeU1uSnZkVzVrSlRJeUpUSkRKVEl5Wm1sc2JGTjBlV3hsSlRJeUpUTkJKVGRDSlRkRUpUSkRKVEl5Y0dGMGFDVXlNaVV6UVNVMVFpVTNRaVV5TW1GamRHbHZibk1sTWpJbE0wRWxOVUlsTjBJbE1qSmhZM1JwYjI0bE1qSWxNMEVsTWpKdGIzWmxKVEl5SlRKREpUSXllU1V5TWlVelFTVXlNbWdsTWtZeUpUSXlKVEpESlRJeWVDVXlNaVV6UVNVeU1qQWxNaklsTjBRbE1rTWxOMElsTWpKaFkzUnBiMjRsTWpJbE0wRWxNakpqZFhKMlpTVXlNaVV5UXlVeU1ua3hKVEl5SlROQkpUSXlMV2dsTWtZMkpUSXlKVEpESlRJeWVUSWxNaklsTTBFbE1qSXRhQ1V5UmpZbE1qSWxNa01sTWpKNE1pVXlNaVV6UVNVeU1uY2xNaklsTWtNbE1qSjVKVEl5SlROQkpUSXlhQ1V5UmpJbE1qSWxNa01sTWpKNE1TVXlNaVV6UVNVeU1qQWxNaklsTWtNbE1qSjRKVEl5SlROQkpUSXlkeVV5TWlVM1JDVXlReVUzUWlVeU1tRmpkR2x2YmlVeU1pVXpRU1V5TW1OMWNuWmxKVEl5SlRKREpUSXllVEVsTWpJbE0wRWxNakpvSlRKQ2FDVXlSallsTWpJbE1rTWxNako1TWlVeU1pVXpRU1V5TW1nbE1rSm9KVEpHTmlVeU1pVXlReVV5TW5neUpUSXlKVE5CSlRJeU1DVXlNaVV5UXlVeU1ua2xNaklsTTBFbE1qSm9KVEpHTWlVeU1pVXlReVV5TW5neEpUSXlKVE5CSlRJeWR5VXlNaVV5UXlVeU1uZ2xNaklsTTBFbE1qSXdKVEl5SlRkRUpUSkRKVGRDSlRJeVlXTjBhVzl1SlRJeUpUTkJKVEl5WTJ4dmMyVWxNaklsTjBRbE5VUWxOMFFsTlVRbE1rTWxNakpzYjJOclpXUWxNaklsTTBGbVlXeHpaU1V5UXlVeU1tZHliM1Z3SlRJeUpUTkJKVEl5SlRJeUpUSkRKVEl5Y0hKdmNITWxNaklsTTBFbE4wSWxNakozSlRJeUpUTkJNakFsTWtNbE1qSjVKVEl5SlROQk16SXhKVEpESlRJeWFDVXlNaVV6UVRJd0pUSkRKVEl5WVc1bmJHVWxNaklsTTBFd0pUSkRKVEl5ZUNVeU1pVXpRVFUxTlNVeVF5VXlNbnBwYm1SbGVDVXlNaVV6UVRFeEpUZEVKVGRFSlRKREpUSXlNVFZrWXpVM01qTmxaVFJoTjJFbE1qSWxNMEVsTjBJbE1qSjBaWGgwUW14dlkyc2xNaklsTTBFbE5VSWxOMElsTWpKd2IzTnBkR2x2YmlVeU1pVXpRU1UzUWlVeU1uY2xNaklsTTBFbE1qSjNMVEl3SlRJeUpUSkRKVEl5YUNVeU1pVXpRU1V5TW1nbE1qSWxNa01sTWpKNUpUSXlKVE5CTUNVeVF5VXlNbmdsTWpJbE0wRXhNQ1UzUkNVeVF5VXlNblJsZUhRbE1qSWxNMEVsTWpJbE1qSWxOMFFsTlVRbE1rTWxNakpzYVc1bFUzUjViR1VsTWpJbE0wRWxOMElsTWpKc2FXNWxVM1I1YkdVbE1qSWxNMEVsTWpKa1lYTm9aV1FsTWpJbE1rTWxNakpzYVc1bFYybGtkR2dsTWpJbE0wRXhKVGRFSlRKREpUSXliR2x1YXlVeU1pVXpRU1V5TWlVeU1pVXlReVV5TW1Ob2FXeGtjbVZ1SlRJeUpUTkJKVFZDSlRWRUpUSkRKVEl5Y0dGeVpXNTBKVEl5SlROQkpUSXlKVEl5SlRKREpUSXlZWFIwY21saWRYUmxKVEl5SlROQkpUZENKVEl5YkdsdWEyRmliR1VsTWpJbE0wRjBjblZsSlRKREpUSXlkbWx6YVdKc1pTVXlNaVV6UVhSeWRXVWxNa01sTWpKamIyNTBZV2x1WlhJbE1qSWxNMEZtWVd4elpTVXlReVV5TW5KdmRHRjBZV0pzWlNVeU1pVXpRWFJ5ZFdVbE1rTWxNakp0WVhKclpYSlBabVp6WlhRbE1qSWxNMEUxSlRKREpUSXlZMjlzYkdGd2MyRmliR1VsTWpJbE0wRm1ZV3h6WlNVeVF5VXlNbU52Ykd4aGNITmxaQ1V5TWlVelFXWmhiSE5sSlRkRUpUSkRKVEl5Wm05dWRGTjBlV3hsSlRJeUpUTkJKVGRDSlRkRUpUSkRKVEl5Y21WemFYcGxSR2x5SlRJeUpUTkJKVFZDSlRJeWRHd2xNaklsTWtNbE1qSjBjaVV5TWlVeVF5VXlNbUp5SlRJeUpUSkRKVEl5WW13bE1qSWxOVVFsTWtNbE1qSmtZWFJoUVhSMGNtbGlkWFJsY3lVeU1pVXpRU1UxUWlVM1FpVXlNbWxrSlRJeUpUTkJKVEl5TVRWa1l6VTNNak5sWlRSbE1HSWxNaklsTWtNbE1qSmpZWFJsWjI5eWVTVXlNaVV6UVNVeU1tUmxabUYxYkhRbE1qSWxNa01sTWpKdVlXMWxKVEl5SlROQkpUSXlKVVUxSlVKQkpUaEdKVVUxSlRoR0pVSTNKVEl5SlRKREpUSXlkbUZzZFdVbE1qSWxNMEVsTWpJbE1qSWxNa01sTWpKMGVYQmxKVEl5SlROQkpUSXliblZ0WW1WeUpUSXlKVGRFSlRKREpUZENKVEl5YVdRbE1qSWxNMEVsTWpJeE5XUmpOVGN5TTJWbE5EbGhZeVV5TWlVeVF5VXlNbU5oZEdWbmIzSjVKVEl5SlROQkpUSXlaR1ZtWVhWc2RDVXlNaVV5UXlVeU1tNWhiV1VsTWpJbE0wRWxNaklsUlRVbE9UQWxPRVFsUlRjbFFUY2xRakFsTWpJbE1rTWxNakoyWVd4MVpTVXlNaVV6UVNVeU1pVXlNaVV5UXlVeU1uUjVjR1VsTWpJbE0wRWxNakp6ZEhKcGJtY2xNaklsTjBRbE1rTWxOMElsTWpKcFpDVXlNaVV6UVNVeU1qRTFaR00xTnpJelpXVTBPV1UySlRJeUpUSkRKVEl5WTJGMFpXZHZjbmtsTWpJbE0wRWxNakprWldaaGRXeDBKVEl5SlRKREpUSXlibUZ0WlNVeU1pVXpRU1V5TWlWRk5pVTRPU1U0TUNWRk5pVTVReVU0T1NWRk9DVTRNQ1U0TlNVeU1pVXlReVV5TW5aaGJIVmxKVEl5SlROQkpUSXlKVEl5SlRKREpUSXlkSGx3WlNVeU1pVXpRU1V5TW5OMGNtbHVaeVV5TWlVM1JDVXlReVUzUWlVeU1tbGtKVEl5SlROQkpUSXlNVFZrWXpVM01qTmxaVFJqTWpJbE1qSWxNa01sTWpKallYUmxaMjl5ZVNVeU1pVXpRU1V5TW1SbFptRjFiSFFsTWpJbE1rTWxNakp1WVcxbEpUSXlKVE5CSlRJeUpVVTRKVUpHSlRsRkpVVTJKVGhGSlVFMUpUSXlKVEpESlRJeWRtRnNkV1VsTWpJbE0wRWxNaklsTWpJbE1rTWxNakowZVhCbEpUSXlKVE5CSlRJeWJHbHVheVV5TWlVM1JDVXlReVUzUWlVeU1tbGtKVEl5SlROQkpUSXlNVFZrWXpVM01qTmxaVFEyTVRJbE1qSWxNa01sTWpKallYUmxaMjl5ZVNVeU1pVXpRU1V5TW1SbFptRjFiSFFsTWpJbE1rTWxNakp1WVcxbEpUSXlKVE5CSlRJeUpVVTBKVUpGSlVKR0pVVTNKVUZESlVKQkpUSXlKVEpESlRJeWRtRnNkV1VsTWpJbE0wRWxNaklsTWpJbE1rTWxNakowZVhCbEpUSXlKVE5CSlRJeWMzUnlhVzVuSlRJeUpUZEVKVFZFSlRKREpUSXljMmhoY0dWVGRIbHNaU1V5TWlVelFTVTNRaVV5TW1Gc2NHaGhKVEl5SlROQk1TVTNSQ1V5UXlVeU1tbGtKVEl5SlROQkpUSXlNVFZrWXpVM01qTmxaVFJoTjJFbE1qSWxNa01sTWpKaGJtTm9iM0p6SlRJeUpUTkJKVFZDSlRkQ0pUSXllU1V5TWlVelFTVXlNakFsTWpJbE1rTWxNako0SlRJeUpUTkJKVEl5ZHlVeVJqSWxNaklsTjBRbE1rTWxOMElsTWpKNUpUSXlKVE5CSlRJeWFDVXlNaVV5UXlVeU1uZ2xNaklsTTBFbE1qSjNKVEpHTWlVeU1pVTNSQ1V5UXlVM1FpVXlNbmtsTWpJbE0wRWxNakpvSlRKR01pVXlNaVV5UXlVeU1uZ2xNaklsTTBFbE1qSXdKVEl5SlRkRUpUSkRKVGRDSlRJeWVTVXlNaVV6UVNVeU1tZ2xNa1l5SlRJeUpUSkRKVEl5ZUNVeU1pVXpRU1V5TW5jbE1qSWxOMFFsTlVRbE1rTWxNakowYVhSc1pTVXlNaVV6UVNVeU1pVkZOU1U1UXlVNE5pVkZOU1ZDUkNWQk1pVXlNaVV5UXlVeU1tTmhkR1ZuYjNKNUpUSXlKVE5CSlRJeVltRnphV01sTWpJbE1rTWxNakp1WVcxbEpUSXlKVE5CSlRJeWNtOTFibVFsTWpJbE1rTWxNakp3WVhSb0pUSXlKVE5CSlRWQ0pUZENKVEl5WVdOMGFXOXVjeVV5TWlVelFTVTFRaVUzUWlVeU1tRmpkR2x2YmlVeU1pVXpRU1V5TW0xdmRtVWxNaklsTWtNbE1qSjVKVEl5SlROQkpUSXlhQ1V5UmpJbE1qSWxNa01sTWpKNEpUSXlKVE5CSlRJeU1DVXlNaVUzUkNVeVF5VTNRaVV5TW5reEpUSXlKVE5CSlRJeUxXZ2xNa1kySlRJeUpUSkRKVEl5WVdOMGFXOXVKVEl5SlROQkpUSXlZM1Z5ZG1VbE1qSWxNa01sTWpKNU1pVXlNaVV6UVNVeU1pMW9KVEpHTmlVeU1pVXlReVV5TW5neUpUSXlKVE5CSlRJeWR5VXlNaVV5UXlVeU1ua2xNaklsTTBFbE1qSm9KVEpHTWlVeU1pVXlReVV5TW5nbE1qSWxNMEVsTWpKM0pUSXlKVEpESlRJeWVERWxNaklsTTBFbE1qSXdKVEl5SlRkRUpUSkRKVGRDSlRJeWVURWxNaklsTTBFbE1qSm9KVEpDYUNVeVJqWWxNaklsTWtNbE1qSmhZM1JwYjI0bE1qSWxNMEVsTWpKamRYSjJaU1V5TWlVeVF5VXlNbmt5SlRJeUpUTkJKVEl5YUNVeVFtZ2xNa1kySlRJeUpUSkRKVEl5ZURJbE1qSWxNMEVsTWpJd0pUSXlKVEpESlRJeWVTVXlNaVV6UVNVeU1tZ2xNa1l5SlRJeUpUSkRKVEl5ZUNVeU1pVXpRU1V5TWpBbE1qSWxNa01sTWpKNE1TVXlNaVV6UVNVeU1uY2xNaklsTjBRbE1rTWxOMElsTWpKaFkzUnBiMjRsTWpJbE0wRWxNakpqYkc5elpTVXlNaVUzUkNVMVJDVTNSQ1UxUkNVeVF5VXlNbVpwYkd4VGRIbHNaU1V5TWlVelFTVTNRaVUzUkNVeVF5VXlNbXh2WTJ0bFpDVXlNaVV6UVdaaGJITmxKVEpESlRJeVozSnZkWEFsTWpJbE0wRWxNaklsTWpJbE1rTWxNakp3Y205d2N5VXlNaVV6UVNVM1FpVXlNbmNsTWpJbE0wRXlNQ1V5UXlVeU1tRnVaMnhsSlRJeUpUTkJNQ1V5UXlVeU1tZ2xNaklsTTBFeU1DVXlReVV5TW5rbE1qSWxNMEV4T1RBbE1rTWxNako2YVc1a1pYZ2xNaklsTTBFeE1DVXlReVV5TW5nbE1qSWxNMEV6TXprbE4wUWxOMFFsTWtNbE1qSXhOV1JqTlRjeVlUVTNNak01T1NVeU1pVXpRU1UzUWlVeU1uUmxlSFJDYkc5amF5VXlNaVV6UVNVMVFpVTNRaVV5TW5CdmMybDBhVzl1SlRJeUpUTkJKVGRDSlRJeWR5VXlNaVV6UVNVeU1uY3RNakFsTWpJbE1rTWxNako1SlRJeUpUTkJNQ1V5UXlVeU1tZ2xNaklsTTBFbE1qSm9KVEl5SlRKREpUSXllQ1V5TWlVelFURXdKVGRFSlRKREpUSXlkR1Y0ZENVeU1pVXpRU1V5TWlVeU1pVTNSQ1UxUkNVeVF5VXlNbXhwYm1WVGRIbHNaU1V5TWlVelFTVTNRaVV5TW14cGJtVlRkSGxzWlNVeU1pVXpRU1V5TW1SaGMyaGxaQ1V5TWlVeVF5VXlNbXhwYm1WWGFXUjBhQ1V5TWlVelFURWxOMFFsTWtNbE1qSnNhVzVySlRJeUpUTkJKVEl5SlRJeUpUSkRKVEl5WTJocGJHUnlaVzRsTWpJbE0wRWxOVUlsTlVRbE1rTWxNakp3WVhKbGJuUWxNaklsTTBFbE1qSWxNaklsTWtNbE1qSmhkSFJ5YVdKMWRHVWxNaklsTTBFbE4wSWxNakpzYVc1cllXSnNaU1V5TWlVelFYUnlkV1VsTWtNbE1qSjJhWE5wWW14bEpUSXlKVE5CZEhKMVpTVXlReVV5TW1OdmJuUmhhVzVsY2lVeU1pVXpRV1poYkhObEpUSkRKVEl5Y205MFlYUmhZbXhsSlRJeUpUTkJkSEoxWlNVeVF5VXlNbTFoY210bGNrOW1abk5sZENVeU1pVXpRVFVsTWtNbE1qSmpiMnhzWVhCellXSnNaU1V5TWlVelFXWmhiSE5sSlRKREpUSXlZMjlzYkdGd2MyVmtKVEl5SlROQlptRnNjMlVsTjBRbE1rTWxNakptYjI1MFUzUjViR1VsTWpJbE0wRWxOMElsTjBRbE1rTWxNakp5WlhOcGVtVkVhWElsTWpJbE0wRWxOVUlsTWpKMGJDVXlNaVV5UXlVeU1uUnlKVEl5SlRKREpUSXlZbklsTWpJbE1rTWxNakppYkNVeU1pVTFSQ1V5UXlVeU1tUmhkR0ZCZEhSeWFXSjFkR1Z6SlRJeUpUTkJKVFZDSlRkQ0pUSXlhV1FsTWpJbE0wRWxNakl4TldSak5UY3lZVFpqWm1FMFppVXlNaVV5UXlVeU1tTmhkR1ZuYjNKNUpUSXlKVE5CSlRJeVpHVm1ZWFZzZENVeU1pVXlReVV5TW01aGJXVWxNaklsTTBFbE1qSWxSVFVsUWtFbE9FWWxSVFVsT0VZbFFqY2xNaklsTWtNbE1qSjJZV3gxWlNVeU1pVXpRU1V5TWlVeU1pVXlReVV5TW5SNWNHVWxNaklsTTBFbE1qSnVkVzFpWlhJbE1qSWxOMFFsTWtNbE4wSWxNakpwWkNVeU1pVXpRU1V5TWpFMVpHTTFOekpoTm1ObVl6WTFKVEl5SlRKREpUSXlZMkYwWldkdmNua2xNaklsTTBFbE1qSmtaV1poZFd4MEpUSXlKVEpESlRJeWJtRnRaU1V5TWlVelFTVXlNaVZGTlNVNU1DVTRSQ1ZGTnlWQk55VkNNQ1V5TWlVeVF5VXlNblpoYkhWbEpUSXlKVE5CSlRJeUpUSXlKVEpESlRJeWRIbHdaU1V5TWlVelFTVXlNbk4wY21sdVp5VXlNaVUzUkNVeVF5VTNRaVV5TW1sa0pUSXlKVE5CSlRJeU1UVmtZelUzTW1FMlkyWmhObVlsTWpJbE1rTWxNakpqWVhSbFoyOXllU1V5TWlVelFTVXlNbVJsWm1GMWJIUWxNaklsTWtNbE1qSnVZVzFsSlRJeUpUTkJKVEl5SlVVMkpUZzVKVGd3SlVVMkpUbERKVGc1SlVVNEpUZ3dKVGcxSlRJeUpUSkRKVEl5ZG1Gc2RXVWxNaklsTTBFbE1qSWxNaklsTWtNbE1qSjBlWEJsSlRJeUpUTkJKVEl5YzNSeWFXNW5KVEl5SlRkRUpUSkRKVGRDSlRJeWFXUWxNaklsTTBFbE1qSXhOV1JqTlRjeVlUWmpaakUwTWlVeU1pVXlReVV5TW1OaGRHVm5iM0o1SlRJeUpUTkJKVEl5WkdWbVlYVnNkQ1V5TWlVeVF5VXlNbTVoYldVbE1qSWxNMEVsTWpJbFJUZ2xRa1lsT1VVbFJUWWxPRVVsUVRVbE1qSWxNa01sTWpKMllXeDFaU1V5TWlVelFTVXlNaVV5TWlVeVF5VXlNblI1Y0dVbE1qSWxNMEVsTWpKc2FXNXJKVEl5SlRkRUpUSkRKVGRDSlRJeWFXUWxNaklsTTBFbE1qSXhOV1JqTlRjeVlUWmpabVUxWVNVeU1pVXlReVV5TW1OaGRHVm5iM0o1SlRJeUpUTkJKVEl5WkdWbVlYVnNkQ1V5TWlVeVF5VXlNbTVoYldVbE1qSWxNMEVsTWpJbFJUUWxRa1VsUWtZbFJUY2xRVU1sUWtFbE1qSWxNa01sTWpKMllXeDFaU1V5TWlVelFTVXlNaVV5TWlVeVF5VXlNblI1Y0dVbE1qSWxNMEVsTWpKemRISnBibWNsTWpJbE4wUWxOVVFsTWtNbE1qSnphR0Z3WlZOMGVXeGxKVEl5SlROQkpUZENKVEl5WVd4d2FHRWxNaklsTTBFeEpUZEVKVEpESlRJeWFXUWxNaklsTTBFbE1qSXhOV1JqTlRjeVlUVTNNak01T1NVeU1pVXlReVV5TW1GdVkyaHZjbk1sTWpJbE0wRWxOVUlsTjBJbE1qSjVKVEl5SlROQkpUSXlNQ1V5TWlVeVF5VXlNbmdsTWpJbE0wRWxNakozSlRKR01pVXlNaVUzUkNVeVF5VTNRaVV5TW5rbE1qSWxNMEVsTWpKb0pUSXlKVEpESlRJeWVDVXlNaVV6UVNVeU1uY2xNa1l5SlRJeUpUZEVKVEpESlRkQ0pUSXllU1V5TWlVelFTVXlNbWdsTWtZeUpUSXlKVEpESlRJeWVDVXlNaVV6UVNVeU1qQWxNaklsTjBRbE1rTWxOMElsTWpKNUpUSXlKVE5CSlRJeWFDVXlSaklsTWpJbE1rTWxNako0SlRJeUpUTkJKVEl5ZHlVeU1pVTNSQ1UxUkNVeVF5VXlNbU5oZEdWbmIzSjVKVEl5SlROQkpUSXlZbUZ6YVdNbE1qSWxNa01sTWpKMGFYUnNaU1V5TWlVelFTVXlNaVZGTlNVNVF5VTROaVZGTlNWQ1JDVkJNaVV5TWlVeVF5VXlNbTVoYldVbE1qSWxNMEVsTWpKeWIzVnVaQ1V5TWlVeVF5VXlNbVpwYkd4VGRIbHNaU1V5TWlVelFTVTNRaVUzUkNVeVF5VXlNbkJoZEdnbE1qSWxNMEVsTlVJbE4wSWxNakpoWTNScGIyNXpKVEl5SlROQkpUVkNKVGRDSlRJeVlXTjBhVzl1SlRJeUpUTkJKVEl5Ylc5MlpTVXlNaVV5UXlVeU1ua2xNaklsTTBFbE1qSm9KVEpHTWlVeU1pVXlReVV5TW5nbE1qSWxNMEVsTWpJd0pUSXlKVGRFSlRKREpUZENKVEl5WVdOMGFXOXVKVEl5SlROQkpUSXlZM1Z5ZG1VbE1qSWxNa01sTWpKNU1TVXlNaVV6UVNVeU1pMW9KVEpHTmlVeU1pVXlReVV5TW5reUpUSXlKVE5CSlRJeUxXZ2xNa1kySlRJeUpUSkRKVEl5ZURJbE1qSWxNMEVsTWpKM0pUSXlKVEpESlRJeWVTVXlNaVV6UVNVeU1tZ2xNa1l5SlRJeUpUSkRKVEl5ZURFbE1qSWxNMEVsTWpJd0pUSXlKVEpESlRJeWVDVXlNaVV6UVNVeU1uY2xNaklsTjBRbE1rTWxOMElsTWpKaFkzUnBiMjRsTWpJbE0wRWxNakpqZFhKMlpTVXlNaVV5UXlVeU1ua3hKVEl5SlROQkpUSXlhQ1V5UW1nbE1rWTJKVEl5SlRKREpUSXllVElsTWpJbE0wRWxNakpvSlRKQ2FDVXlSallsTWpJbE1rTWxNako0TWlVeU1pVXpRU1V5TWpBbE1qSWxNa01sTWpKNUpUSXlKVE5CSlRJeWFDVXlSaklsTWpJbE1rTWxNako0TVNVeU1pVXpRU1V5TW5jbE1qSWxNa01sTWpKNEpUSXlKVE5CSlRJeU1DVXlNaVUzUkNVeVF5VTNRaVV5TW1GamRHbHZiaVV5TWlVelFTVXlNbU5zYjNObEpUSXlKVGRFSlRWRUpUZEVKVFZFSlRKREpUSXliRzlqYTJWa0pUSXlKVE5CWm1Gc2MyVWxNa01sTWpKbmNtOTFjQ1V5TWlVelFTVXlNaVV5TWlVeVF5VXlNbkJ5YjNCekpUSXlKVE5CSlRkQ0pUSXlkeVV5TWlVelFUSXdKVEpESlRJeWVTVXlNaVV6UVRRMk55NDFKVEpESlRJeWFDVXlNaVV6UVRJd0pUSkRKVEl5WVc1bmJHVWxNaklsTTBFd0pUSkRKVEl5ZUNVeU1pVXpRVFF5TVNVeVF5VXlNbnBwYm1SbGVDVXlNaVV6UVRFekpUZEVKVGRFSlRKREpUSXlNVFZrWXpVM01HTXpObVZqT0RNbE1qSWxNMEVsTjBJbE1qSjBaWGgwUW14dlkyc2xNaklsTTBFbE5VSWxOMElsTWpKd2IzTnBkR2x2YmlVeU1pVXpRU1UzUWlVeU1uY2xNaklsTTBFbE1qSjNMVEl3SlRJeUpUSkRKVEl5YUNVeU1pVXpRU1V5TW1nbE1qSWxNa01sTWpKNUpUSXlKVE5CTUNVeVF5VXlNbmdsTWpJbE0wRXhNQ1UzUkNVeVF5VXlNblJsZUhRbE1qSWxNMEVsTWpKRVlYUmhKVEl3U1c1MFpXZHlZWFJwYjI0bE1qSWxOMFFsTlVRbE1rTWxNakpzYVc1bFUzUjViR1VsTWpJbE0wRWxOMElsTWpKc2FXNWxRMjlzYjNJbE1qSWxNMEVsTWpJeU5UVWxNa015TlRVbE1rTXlOVFVsTWpJbE1rTWxNakpzYVc1bFYybGtkR2dsTWpJbE0wRXlKVGRFSlRKREpUSXliR2x1YXlVeU1pVXpRU1V5TWlVeU1pVXlReVV5TW1Ob2FXeGtjbVZ1SlRJeUpUTkJKVFZDSlRWRUpUSkRKVEl5Y0dGeVpXNTBKVEl5SlROQkpUSXlKVEl5SlRKREpUSXlZWFIwY21saWRYUmxKVEl5SlROQkpUZENKVEl5YkdsdWEyRmliR1VsTWpJbE0wRjBjblZsSlRKREpUSXlkbWx6YVdKc1pTVXlNaVV6UVhSeWRXVWxNa01sTWpKamIyNTBZV2x1WlhJbE1qSWxNMEZtWVd4elpTVXlReVV5TW5KdmRHRjBZV0pzWlNVeU1pVXpRWFJ5ZFdVbE1rTWxNakp0WVhKclpYSlBabVp6WlhRbE1qSWxNMEUxSlRKREpUSXlZMjlzYkdGd2MyRmliR1VsTWpJbE0wRm1ZV3h6WlNVeVF5VXlNbU52Ykd4aGNITmxaQ1V5TWlVelFXWmhiSE5sSlRkRUpUSkRKVEl5Wm05dWRGTjBlV3hsSlRJeUpUTkJKVGRDSlRJeVkyOXNiM0lsTWpJbE0wRWxNakl3SlRKRE1DVXlRekFsTWpJbE4wUWxNa01sTWpKeVpYTnBlbVZFYVhJbE1qSWxNMEVsTlVJbE1qSjBiQ1V5TWlVeVF5VXlNblJ5SlRJeUpUSkRKVEl5WW5JbE1qSWxNa01sTWpKaWJDVXlNaVUxUkNVeVF5VXlNbVJoZEdGQmRIUnlhV0oxZEdWekpUSXlKVE5CSlRWQ0pUZENKVEl5YVdRbE1qSWxNMEVsTWpJeE5XUmpOVGN3WXpNMlpUSmpOQ1V5TWlVeVF5VXlNbU5oZEdWbmIzSjVKVEl5SlROQkpUSXlaR1ZtWVhWc2RDVXlNaVV5UXlVeU1tNWhiV1VsTWpJbE0wRWxNaklsUlRVbFFrRWxPRVlsUlRVbE9FWWxRamNsTWpJbE1rTWxNakoyWVd4MVpTVXlNaVV6UVNVeU1pVXlNaVV5UXlVeU1uUjVjR1VsTWpJbE0wRWxNakp1ZFcxaVpYSWxNaklsTjBRbE1rTWxOMElsTWpKcFpDVXlNaVV6UVNVeU1qRTFaR00xTnpCak16WmxZamd6SlRJeUpUSkRKVEl5WTJGMFpXZHZjbmtsTWpJbE0wRWxNakprWldaaGRXeDBKVEl5SlRKREpUSXlibUZ0WlNVeU1pVXpRU1V5TWlWRk5TVTVNQ1U0UkNWRk55VkJOeVZDTUNVeU1pVXlReVV5TW5aaGJIVmxKVEl5SlROQkpUSXlKVEl5SlRKREpUSXlkSGx3WlNVeU1pVXpRU1V5TW5OMGNtbHVaeVV5TWlVM1JDVXlReVUzUWlVeU1tbGtKVEl5SlROQkpUSXlNVFZrWXpVM01HTXpObVZrTkdJbE1qSWxNa01sTWpKallYUmxaMjl5ZVNVeU1pVXpRU1V5TW1SbFptRjFiSFFsTWpJbE1rTWxNakp1WVcxbEpUSXlKVE5CSlRJeUpVVTJKVGc1SlRnd0pVVTJKVGxESlRnNUpVVTRKVGd3SlRnMUpUSXlKVEpESlRJeWRtRnNkV1VsTWpJbE0wRWxNaklsTWpJbE1rTWxNakowZVhCbEpUSXlKVE5CSlRJeWMzUnlhVzVuSlRJeUpUZEVKVEpESlRkQ0pUSXlhV1FsTWpJbE0wRWxNakl4TldSak5UY3dZek0yWldFMlppVXlNaVV5UXlVeU1tTmhkR1ZuYjNKNUpUSXlKVE5CSlRJeVpHVm1ZWFZzZENVeU1pVXlReVV5TW01aGJXVWxNaklsTTBFbE1qSWxSVGdsUWtZbE9VVWxSVFlsT0VVbFFUVWxNaklsTWtNbE1qSjJZV3gxWlNVeU1pVXpRU1V5TWlVeU1pVXlReVV5TW5SNWNHVWxNaklsTTBFbE1qSnNhVzVySlRJeUpUZEVKVEpESlRkQ0pUSXlhV1FsTWpJbE0wRWxNakl4TldSak5UY3dZek0yWldZeVlpVXlNaVV5UXlVeU1tTmhkR1ZuYjNKNUpUSXlKVE5CSlRJeVpHVm1ZWFZzZENVeU1pVXlReVV5TW01aGJXVWxNaklsTTBFbE1qSWxSVFFsUWtVbFFrWWxSVGNsUVVNbFFrRWxNaklsTWtNbE1qSjJZV3gxWlNVeU1pVXpRU1V5TWlVeU1pVXlReVV5TW5SNWNHVWxNaklsTTBFbE1qSnpkSEpwYm1jbE1qSWxOMFFsTWtNbE4wSWxNakpwWkNVeU1pVXpRU1V5TWpFMVpHTTFOekJqTXpabE1EUmxKVEl5SlRKREpUSXlZMkYwWldkdmNua2xNaklsTTBFbE1qSmtaV1poZFd4MEpUSXlKVEpESlRJeWJtRnRaU1V5TWlVelFTVXlNaVZGTmlVNE9DVTVNQ1ZGTmlVNVF5VkJReVV5TWlVeVF5VXlNblpoYkhWbEpUSXlKVE5CSlRJeUpUSXlKVEpESlRJeWRIbHdaU1V5TWlVelFTVXlNbTUxYldKbGNpVXlNaVUzUkNVeVF5VTNRaVV5TW1sa0pUSXlKVE5CSlRJeU1UVmtZelUzTUdNek5tVTVOelVsTWpJbE1rTWxNakpqWVhSbFoyOXllU1V5TWlVelFTVXlNbVJsWm1GMWJIUWxNaklsTWtNbE1qSnVZVzFsSlRJeUpUTkJKVEl5SlVVMkpUazNKVUkySlVVNUpUazNKVUkwSlRJeUpUSkRKVEl5ZG1Gc2RXVWxNaklsTTBFbE1qSWxNaklsTWtNbE1qSjBlWEJsSlRJeUpUTkJKVEl5Ym5WdFltVnlKVEl5SlRkRUpUSkRKVGRDSlRJeWFXUWxNaklsTTBFbE1qSXhOV1JqTlRjd1l6TTJaV1UyWXlVeU1pVXlReVV5TW1OaGRHVm5iM0o1SlRJeUpUTkJKVEl5WkdWbVlYVnNkQ1V5TWlVeVF5VXlNbTVoYldVbE1qSWxNMEVsTWpJbFJUa2xPRE1sUVRnbFJUa2xPVGNsUVRnbE1qSWxNa01sTWpKMllXeDFaU1V5TWlVelFTVXlNaVV5TWlVeVF5VXlNblI1Y0dVbE1qSWxNMEVsTWpKemRISnBibWNsTWpJbE4wUWxNa01sTjBJbE1qSnBaQ1V5TWlVelFTVXlNakUxWkdNMU56QmpNelpsTXpFNEpUSXlKVEpESlRJeVkyRjBaV2R2Y25rbE1qSWxNMEVsTWpKa1pXWmhkV3gwSlRJeUpUSkRKVEl5Ym1GdFpTVXlNaVV6UVNVeU1pVkZPQ1ZDUlNVNU15VkZOU1U0TlNWQk5TVXlNaVV5UXlVeU1uWmhiSFZsSlRJeUpUTkJKVEl5SlRJeUpUSkRKVEl5ZEhsd1pTVXlNaVV6UVNVeU1uTjBjbWx1WnlVeU1pVTNSQ1V5UXlVM1FpVXlNbWxrSlRJeUpUTkJKVEl5TVRWa1l6VTNNR016Tm1VNVlXWWxNaklsTWtNbE1qSmpZWFJsWjI5eWVTVXlNaVV6UVNVeU1tUmxabUYxYkhRbE1qSWxNa01sTWpKdVlXMWxKVEl5SlROQkpUSXlKVVU0SlVKRkpUa3pKVVUxSlRnM0pVSkJKVEl5SlRKREpUSXlkbUZzZFdVbE1qSWxNMEVsTWpJbE1qSWxNa01sTWpKMGVYQmxKVEl5SlROQkpUSXljM1J5YVc1bkpUSXlKVGRFSlRKREpUZENKVEl5YVdRbE1qSWxNMEVsTWpJeE5XUmpOVGN3WXpNMlpXTTFZaVV5TWlVeVF5VXlNbU5oZEdWbmIzSjVKVEl5SlROQkpUSXlaR1ZtWVhWc2RDVXlNaVV5UXlVeU1tNWhiV1VsTWpJbE0wRWxNaklsUlRrbFFUTWxPRVVsUlRrbE9Ua2xRVGtsTWpJbE1rTWxNakoyWVd4MVpTVXlNaVV6UVNVeU1pVXlNaVV5UXlVeU1uUjVjR1VsTWpJbE0wRWxNakp6ZEhKcGJtY2xNaklsTjBRbE1rTWxOMElsTWpKcFpDVXlNaVV6UVNVeU1qRTFaR00xTnpCak16WmxaVEJsSlRJeUpUSkRKVEl5WTJGMFpXZHZjbmtsTWpJbE0wRWxNakprWldaaGRXeDBKVEl5SlRKREpUSXlibUZ0WlNVeU1pVXpRU1V5TWlWRk5TVkJOQ1U0TnlWRk5pVkNNeVZCT0NVeU1pVXlReVV5TW5aaGJIVmxKVEl5SlROQkpUSXlKVEl5SlRKREpUSXlkSGx3WlNVeU1pVXpRU1V5TW5OMGNtbHVaeVV5TWlVM1JDVTFSQ1V5UXlVeU1uTm9ZWEJsVTNSNWJHVWxNaklsTTBFbE4wSWxNakpoYkhCb1lTVXlNaVV6UVRFbE4wUWxNa01sTWpKcFpDVXlNaVV6UVNVeU1qRTFaR00xTnpCak16WmxZemd6SlRJeUpUSkRKVEl5WVc1amFHOXljeVV5TWlVelFTVTFRaVUzUWlVeU1ua2xNaklsTTBFbE1qSXdKVEl5SlRKREpUSXllQ1V5TWlVelFTVXlNbmNsTWtZeUpUSXlKVGRFSlRKREpUZENKVEl5ZVNVeU1pVXpRU1V5TW1nbE1qSWxNa01sTWpKNEpUSXlKVE5CSlRJeWR5VXlSaklsTWpJbE4wUWxNa01sTjBJbE1qSjVKVEl5SlROQkpUSXlhQ1V5UmpJbE1qSWxNa01sTWpKNEpUSXlKVE5CSlRJeU1DVXlNaVUzUkNVeVF5VTNRaVV5TW5rbE1qSWxNMEVsTWpKb0pUSkdNaVV5TWlVeVF5VXlNbmdsTWpJbE0wRWxNakozSlRJeUpUZEVKVFZFSlRKREpUSXlkR2wwYkdVbE1qSWxNMEVsTWpJbFJUVWxRa01sT0RBbFJUVWxRVGNsT0VJbE1rWWxSVGNsUWtJbE9UTWxSVFlsT1VRbE9VWWxNaklsTWtNbE1qSmpZWFJsWjI5eWVTVXlNaVV6UVNVeU1tWnNiM2NsTWpJbE1rTWxNakp1WVcxbEpUSXlKVE5CSlRJeWRHVnliV2x1WVhSdmNpVXlNaVV5UXlVeU1uQmhkR2dsTWpJbE0wRWxOVUlsTjBJbE1qSmhZM1JwYjI1ekpUSXlKVE5CSlRWQ0pUZENKVEl5WVdOMGFXOXVKVEl5SlROQkpUSXliVzkyWlNVeU1pVXlReVV5TW5rbE1qSWxNMEVsTWpJd0pUSXlKVEpESlRJeWVDVXlNaVV6UVNVeU1rMWhkR2d1YldsdUtIY2xNa05vS1NVeVJqTWxNaklsTjBRbE1rTWxOMElsTWpKaFkzUnBiMjRsTWpJbE0wRWxNakpzYVc1bEpUSXlKVEpESlRJeWVTVXlNaVV6UVNVeU1qQWxNaklsTWtNbE1qSjRKVEl5SlROQkpUSXlkeTFOWVhSb0xtMXBiaWgzSlRKRGFDa2xNa1l6SlRJeUpUZEVKVEpESlRkQ0pUSXllVEVsTWpJbE0wRWxNakl3SlRJeUpUSkRKVEl5WVdOMGFXOXVKVEl5SlROQkpUSXlZM1Z5ZG1VbE1qSWxNa01sTWpKNU1pVXlNaVV6UVNVeU1tZ2xNaklsTWtNbE1qSjRNaVV5TWlVelFTVXlNbmNsTWtKTllYUm9MbTFwYmloM0pUSkRhQ2tsTWtZekpUSkdNeVV5TWlVeVF5VXlNbmtsTWpJbE0wRWxNakpvSlRJeUpUSkRKVEl5ZUNVeU1pVXpRU1V5TW5jdFRXRjBhQzV0YVc0b2R5VXlRMmdwSlRKR015VXlNaVV5UXlVeU1uZ3hKVEl5SlROQkpUSXlkeVV5UWsxaGRHZ3ViV2x1S0hjbE1rTm9LU1V5UmpNbE1rWXpKVEl5SlRkRUpUSkRKVGRDSlRJeVlXTjBhVzl1SlRJeUpUTkJKVEl5YkdsdVpTVXlNaVV5UXlVeU1ua2xNaklsTTBFbE1qSm9KVEl5SlRKREpUSXllQ1V5TWlVelFTVXlNazFoZEdndWJXbHVLSGNsTWtOb0tTVXlSak1sTWpJbE4wUWxNa01sTjBJbE1qSjVNU1V5TWlVelFTVXlNbWdsTWpJbE1rTWxNakpoWTNScGIyNGxNaklsTTBFbE1qSmpkWEoyWlNVeU1pVXlReVV5TW5reUpUSXlKVE5CSlRJeU1DVXlNaVV5UXlVeU1uZ3lKVEl5SlROQkpUSXlMVTFoZEdndWJXbHVLSGNsTWtOb0tTVXlSak1sTWtZekpUSXlKVEpESlRJeWVTVXlNaVV6UVNVeU1qQWxNaklsTWtNbE1qSjRKVEl5SlROQkpUSXlUV0YwYUM1dGFXNG9keVV5UTJncEpUSkdNeVV5TWlVeVF5VXlNbmd4SlRJeUpUTkJKVEl5TFUxaGRHZ3ViV2x1S0hjbE1rTm9LU1V5UmpNbE1rWXpKVEl5SlRkRUpUSkRKVGRDSlRJeVlXTjBhVzl1SlRJeUpUTkJKVEl5WTJ4dmMyVWxNaklsTjBRbE5VUWxOMFFsTlVRbE1rTWxNakptYVd4c1UzUjViR1VsTWpJbE0wRWxOMElsTWpKamIyeHZjaVV5TWlVelFTVXlNakl4TUNVeVF6SXhOQ1V5UXpJME9TVXlNaVV5UXlVeU1tUnlZWGRVZVhCbEpUSXlKVE5CSlRJeWJtOXVaU1V5TWlVM1JDVXlReVV5TW14dlkydGxaQ1V5TWlVelFXWmhiSE5sSlRKREpUSXlaM0p2ZFhBbE1qSWxNMEVsTWpJbE1qSWxNa01sTWpKd2NtOXdjeVV5TWlVelFTVTNRaVV5TW5jbE1qSWxNMEV4TlRZbE1rTWxNakpoYm1kc1pTVXlNaVV6UVRBbE1rTWxNakpvSlRJeUpUTkJOVEFsTWtNbE1qSjVKVEl5SlROQk1UYzFKVEpESlRJeWVtbHVaR1Y0SlRJeUpUTkJNeVV5UXlVeU1uZ2xNaklsTTBFME56Y2xOMFFsTjBRbE1rTWxNakl4TldSak5UY3paREkxWkRReU9DVXlNaVV6UVNVM1FpVXlNblJ2SlRJeUpUTkJKVGRDSlRJeWFXUWxNaklsTTBFbE1qSXhOV1JqTlRjeU4yRTRZV1l4TXlVeU1pVXlReVV5TW1GdVoyeGxKVEl5SlROQk15NHhOREUxT1RJMk5UTTFPRGszT1RNbE1rTWxNako1SlRJeUpUTkJNek14SlRKREpUSXllQ1V5TWlVelFUSTNOU1UzUkNVeVF5VXlNbWxrSlRJeUpUTkJKVEl5TVRWa1l6VTNNMlF5TldRME1qZ2xNaklsTWtNbE1qSnNhVzVyWlhKVWVYQmxKVEl5SlROQkpUSXlZbkp2YTJWdUpUSXlKVEpESlRJeWRHVjRkQ1V5TWlVelFTVXlNaVV5TWlVeVF5VXlNbXhwYm1WVGRIbHNaU1V5TWlVelFTVTNRaVV5TW14cGJtVkRiMnh2Y2lVeU1pVXpRU1V5TWpJMU5TVXlRekkxTlNVeVF6STFOU1V5TWlVeVF5VXlNbXhwYm1WVGRIbHNaU1V5TWlVelFTVXlNbVJ2ZENVeU1pVXlReVV5TW14cGJtVlhhV1IwYUNVeU1pVXpRVEVsTWtNbE1qSmxibVJCY25KdmQxTjBlV3hsSlRJeUpUTkJKVEl5Ym05dVpTVXlNaVUzUkNVeVF5VXlNbTVoYldVbE1qSWxNMEVsTWpKc2FXNXJaWElsTWpJbE1rTWxNakptY205dEpUSXlKVE5CSlRkQ0pUSXlhV1FsTWpJbE0wRWxNakl4TldSak5UY3hNV0l6TW1SbVl5VXlNaVV5UXlVeU1tRnVaMnhsSlRJeUpUTkJNQ1V5UXlVeU1ua2xNaklsTTBFek16RWxNa01sTWpKNEpUSXlKVE5CTXpJNUpUZEVKVEpESlRJeVpHRjBZVUYwZEhKcFluVjBaWE1sTWpJbE0wRWxOVUlsTlVRbE1rTWxNakpzYjJOclpXUWxNaklsTTBGbVlXeHpaU1V5UXlVeU1uQnZhVzUwY3lVeU1pVXpRU1UxUWlVM1FpVXlNbmdsTWpJbE0wRXpNRElsTWtNbE1qSjVKVEl5SlROQk16TXhKVGRFSlRKREpUZENKVEl5ZUNVeU1pVXpRVE13TWlVeVF5VXlNbmtsTWpJbE0wRXpNekVsTjBRbE5VUWxNa01sTWpKbmNtOTFjQ1V5TWlVelFTVXlNaVV5TWlVeVF5VXlNbkJ5YjNCekpUSXlKVE5CSlRkQ0pUSXllbWx1WkdWNEpUSXlKVE5CTWpBbE4wUWxNa01sTWpKMFpYaDBRbXh2WTJzbE1qSWxNMEVsTlVJbE5VUWxOMFFsTWtNbE1qSXhOV1JqTlRjelpEZ3pOMk16TmlVeU1pVXpRU1UzUWlVeU1tbGtKVEl5SlROQkpUSXlNVFZrWXpVM00yUTRNemRqTXpZbE1qSWxNa01sTWpKMGJ5VXlNaVV6UVNVM1FpVXlNbWxrSlRJeUpUTkJKVEl5TVRWa1l6VTNNV0l5T1dSaVlqRWxNaklsTWtNbE1qSjVKVEl5SlROQk5EYzNMalVsTWtNbE1qSmhibWRzWlNVeU1pVXpRVEFsTWtNbE1qSjRKVEl5SlROQk1qTXlKVGRFSlRKREpUSXlkR1Y0ZENVeU1pVXpRU1V5TWlVeU1pVXlReVV5TW14cGJtdGxjbFI1Y0dVbE1qSWxNMEVsTWpKamRYSjJaU1V5TWlVeVF5VXlNbTVoYldVbE1qSWxNMEVsTWpKc2FXNXJaWElsTWpJbE1rTWxNakpzYVc1bFUzUjViR1VsTWpJbE0wRWxOMElsTWpKc2FXNWxRMjlzYjNJbE1qSWxNMEVsTWpJeU5UVWxNa015TlRVbE1rTXlOVFVsTWpJbE1rTWxNakpzYVc1bFUzUjViR1VsTWpJbE0wRWxNakprYjNRbE1qSWxNa01sTWpKbGJtUkJjbkp2ZDFOMGVXeGxKVEl5SlROQkpUSXlibTl1WlNVeU1pVTNSQ1V5UXlVeU1uQnZhVzUwY3lVeU1pVXpRU1UxUWlVM1FpVXlNbmtsTWpJbE0wRXpNeklsTWtNbE1qSjRKVEl5SlROQk9ERWxOMFFsTWtNbE4wSWxNako1SlRJeUpUTkJORGczSlRKREpUSXllQ1V5TWlVelFURXhOQ1UzUkNVMVJDVXlReVV5TW14dlkydGxaQ1V5TWlVelFXWmhiSE5sSlRKREpUSXlaR0YwWVVGMGRISnBZblYwWlhNbE1qSWxNMEVsTlVJbE5VUWxNa01sTWpKbWNtOXRKVEl5SlROQkpUZENKVEl5YVdRbE1qSWxNMEVsTWpJeE5XUmpOVGN5TjJFNFlXWXhNeVV5TWlVeVF5VXlNbmtsTWpJbE0wRXpNekVsTWtNbE1qSmhibWRzWlNVeU1pVXpRVEFsTWtNbE1qSjRKVEl5SlROQk1qVTFKVGRFSlRKREpUSXlaM0p2ZFhBbE1qSWxNMEVsTWpJbE1qSWxNa01sTWpKd2NtOXdjeVV5TWlVelFTVTNRaVV5TW5wcGJtUmxlQ1V5TWlVelFUSXhKVGRFSlRKREpUSXlkR1Y0ZEVKc2IyTnJKVEl5SlROQkpUVkNKVFZFSlRkRUpUSkRKVEl5TVRWa1l6VTNNMk5oTjJWa09UUWxNaklsTTBFbE4wSWxNakowYnlVeU1pVXpRU1UzUWlVeU1tbGtKVEl5SlROQkpUSXlNVFZrWXpVM01URmlNekprWm1NbE1qSWxNa01sTWpKaGJtZHNaU1V5TWlVelFUTXVNVFF4TlRreU5qVXpOVGc1TnprekpUSkRKVEl5ZVNVeU1pVXpRVE16TVNVeVF5VXlNbmdsTWpJbE0wRTBPRFVsTjBRbE1rTWxNakpwWkNVeU1pVXpRU1V5TWpFMVpHTTFOek5qWVRkbFpEazBKVEl5SlRKREpUSXliR2x1YTJWeVZIbHdaU1V5TWlVelFTVXlNbUp5YjJ0bGJpVXlNaVV5UXlVeU1uUmxlSFFsTWpJbE0wRWxNaklsTWpJbE1rTWxNakpzYVc1bFUzUjViR1VsTWpJbE0wRWxOMElsTWpKc2FXNWxRMjlzYjNJbE1qSWxNMEVsTWpJeU5UVWxNa015TlRVbE1rTXlOVFVsTWpJbE1rTWxNakpzYVc1bFUzUjViR1VsTWpJbE0wRWxNakprYjNRbE1qSWxNa01sTWpKbGJtUkJjbkp2ZDFOMGVXeGxKVEl5SlROQkpUSXlibTl1WlNVeU1pVTNSQ1V5UXlVeU1tNWhiV1VsTWpJbE0wRWxNakpzYVc1clpYSWxNaklsTWtNbE1qSm1jbTl0SlRJeUpUTkJKVGRDSlRJeWFXUWxNaklsTTBFbE1qSXhOV1JqTlRjeU5XTTBNekU0TXlVeU1pVXlReVV5TW1GdVoyeGxKVEl5SlROQk1DVXlReVV5TW5rbE1qSWxNMEV6TXpFbE1rTWxNako0SlRJeUpUTkJOVFUxSlRkRUpUSkRKVEl5WkdGMFlVRjBkSEpwWW5WMFpYTWxNaklsTTBFbE5VSWxOVVFsTWtNbE1qSnNiMk5yWldRbE1qSWxNMEZtWVd4elpTVXlReVV5TW5CdmFXNTBjeVV5TWlVelFTVTFRaVUzUWlVeU1uZ2xNaklsTTBFMU1qQWxNa01sTWpKNUpUSXlKVE5CTXpNeEpUZEVKVEpESlRkQ0pUSXllQ1V5TWlVelFUVXlNQ1V5UXlVeU1ua2xNaklsTTBFek16RWxOMFFsTlVRbE1rTWxNakpuY205MWNDVXlNaVV6UVNVeU1pVXlNaVV5UXlVeU1uQnliM0J6SlRJeUpUTkJKVGRDSlRJeWVtbHVaR1Y0SlRJeUpUTkJNVGtsTjBRbE1rTWxNakowWlhoMFFteHZZMnNsTWpJbE0wRWxOVUlsTlVRbE4wUWxNa01sTWpJeE5XUmpOVGN6WWpNMFlqTmxPU1V5TWlVelFTVTNRaVV5TW5SdkpUSXlKVE5CSlRkQ0pUSXlhV1FsTWpJbE0wRWxNakl4TldSak5UY3hNamcwTVRZeVppVXlNaVV5UXlVeU1tRnVaMnhsSlRJeUpUTkJNeTR4TkRFMU9USTJOVE0xT0RrM09UTWxNa01sTWpKNUpUSXlKVE5CTXpNeEpUSkRKVEl5ZUNVeU1pVXpRVGM0TlNVM1JDVXlReVV5TW1sa0pUSXlKVE5CSlRJeU1UVmtZelUzTTJJek5HSXpaVGtsTWpJbE1rTWxNakpzYVc1clpYSlVlWEJsSlRJeUpUTkJKVEl5WTNWeWRtVWxNaklsTWtNbE1qSjBaWGgwSlRJeUpUTkJKVEl5SlRJeUpUSkRKVEl5YkdsdVpWTjBlV3hsSlRJeUpUTkJKVGRDSlRJeWJHbHVaVU52Ykc5eUpUSXlKVE5CSlRJeU1qVTFKVEpETWpVMUpUSkRNalUxSlRJeUpUSkRKVEl5YkdsdVpWTjBlV3hsSlRJeUpUTkJKVEl5Wkc5MEpUSXlKVEpESlRJeVpXNWtRWEp5YjNkVGRIbHNaU1V5TWlVelFTVXlNbTV2Ym1VbE1qSWxOMFFsTWtNbE1qSnVZVzFsSlRJeUpUTkJKVEl5YkdsdWEyVnlKVEl5SlRKREpUSXlabkp2YlNVeU1pVXpRU1UzUWlVeU1tbGtKVEl5SlROQkpUSXlNVFZrWXpVM01HTXpObVZqT0RNbE1qSWxNa01sTWpKaGJtZHNaU1V5TWlVelFUTXVNVFF4TlRreU5qVXpOVGc1TnprekpUSkRKVEl5ZVNVeU1pVXpRVEl3TUNVeVF5VXlNbmdsTWpJbE0wRTJNek1sTjBRbE1rTWxNakprWVhSaFFYUjBjbWxpZFhSbGN5VXlNaVV6UVNVMVFpVTFSQ1V5UXlVeU1teHZZMnRsWkNVeU1pVXpRV1poYkhObEpUSkRKVEl5Y0c5cGJuUnpKVEl5SlROQkpUVkNKVGRDSlRJeWVTVXlNaVV6UVRFNE5DVXlReVV5TW5nbE1qSWxNMEU1TlRZbE4wUWxNa01sTjBJbE1qSjVKVEl5SlROQk16TXhKVEpESlRJeWVDVXlNaVV6UVRnMk5TNHlOalExTmpJMU5ERTJNelEzSlRkRUpUVkVKVEpESlRJeVozSnZkWEFsTWpJbE0wRWxNaklsTWpJbE1rTWxNakp3Y205d2N5VXlNaVV6UVNVM1FpVXlNbnBwYm1SbGVDVXlNaVV6UVRFM0pUZEVKVEpESlRJeWRHVjRkRUpzYjJOckpUSXlKVE5CSlRWQ0pUVkVKVGRFSlRKREpUSXlNVFZrWXpVM00yVmlOekJoT1RrbE1qSWxNMEVsTjBJbE1qSjBieVV5TWlVelFTVTNRaVV5TW1sa0pUSXlKVE5CSlRJeU1UVmtZelUzTVRkalpqVmpNR1lsTWpJbE1rTWxNako0SlRJeUpUTkJOVEExSlRKREpUSXllU1V5TWlVelFUUTNPQ1V5UXlVeU1tRnVaMnhsSlRJeUpUTkJNQ1UzUkNVeVF5VXlNbWxrSlRJeUpUTkJKVEl5TVRWa1l6VTNNMlZpTnpCaE9Ua2xNaklsTWtNbE1qSnNhVzVyWlhKVWVYQmxKVEl5SlROQkpUSXlZbkp2YTJWdUpUSXlKVEpESlRJeWRHVjRkQ1V5TWlVelFTVXlNaVV5TWlVeVF5VXlNbXhwYm1WVGRIbHNaU1V5TWlVelFTVTNRaVV5TW14cGJtVkRiMnh2Y2lVeU1pVXpRU1V5TWpJMU5TVXlRekkxTlNVeVF6STFOU1V5TWlVeVF5VXlNbXhwYm1WVGRIbHNaU1V5TWlVelFTVXlNbVJ2ZENVeU1pVXlReVV5TW1WdVpFRnljbTkzVTNSNWJHVWxNaklsTTBFbE1qSnViMjVsSlRJeUpUZEVKVEpESlRJeWJtRnRaU1V5TWlVelFTVXlNbXhwYm10bGNpVXlNaVV5UXlVeU1tWnliMjBsTWpJbE0wRWxOMElsTWpKcFpDVXlNaVV6UVNVeU1qRTFaR00xTnpKaE5UY3lNems1SlRJeUpUSkRKVEl5WVc1bmJHVWxNaklsTTBFekxqRTBNVFU1TWpZMU16VTRPVGM1TXlVeVF5VXlNbmtsTWpJbE0wRTBOemN1TlNVeVF5VXlNbmdsTWpJbE0wRTBOREVsTjBRbE1rTWxNakprWVhSaFFYUjBjbWxpZFhSbGN5VXlNaVV6UVNVMVFpVTFSQ1V5UXlVeU1teHZZMnRsWkNVeU1pVXpRV1poYkhObEpUSkRKVEl5Y0c5cGJuUnpKVEl5SlROQkpUVkNKVGRDSlRJeWVDVXlNaVV6UVRRM015VXlReVV5TW5rbE1qSWxNMEUwTnpjdU5TVTNSQ1V5UXlVM1FpVXlNbmdsTWpJbE0wRTBOek1sTWtNbE1qSjVKVEl5SlROQk5EYzRKVGRFSlRWRUpUSkRKVEl5WjNKdmRYQWxNaklsTTBFbE1qSWxNaklsTWtNbE1qSndjbTl3Y3lVeU1pVXpRU1UzUWlVeU1ucHBibVJsZUNVeU1pVXpRVEl6SlRkRUpUSkRKVEl5ZEdWNGRFSnNiMk5ySlRJeUpUTkJKVFZDSlRWRUpUZEVKVEpESlRJeU1UVmtZelUzTTJGak5XTXpNbVFsTWpJbE0wRWxOMElsTWpKMGJ5VXlNaVV6UVNVM1FpVXlNbWxrSlRJeUpUTkJKVEl5TVRWa1l6VTNNR016Tm1Wak9ETWxNaklsTWtNbE1qSmhibWRzWlNVeU1pVXpRVEFsTWtNbE1qSjVKVEl5SlROQk1qQXdKVEpESlRJeWVDVXlNaVV6UVRRM055VTNSQ1V5UXlVeU1tbGtKVEl5SlROQkpUSXlNVFZrWXpVM00yRmpOV016TW1RbE1qSWxNa01sTWpKc2FXNXJaWEpVZVhCbEpUSXlKVE5CSlRJeVluSnZhMlZ1SlRJeUpUSkRKVEl5ZEdWNGRDVXlNaVV6UVNVeU1pVXlNaVV5UXlVeU1teHBibVZUZEhsc1pTVXlNaVV6UVNVM1FpVXlNbXhwYm1WRGIyeHZjaVV5TWlVelFTVXlNakkxTlNVeVF6STFOU1V5UXpJMU5TVXlNaVV5UXlVeU1teHBibVZUZEhsc1pTVXlNaVV6UVNVeU1tUnZkQ1V5TWlVeVF5VXlNbVZ1WkVGeWNtOTNVM1I1YkdVbE1qSWxNMEVsTWpKdWIyNWxKVEl5SlRkRUpUSkRKVEl5Ym1GdFpTVXlNaVV6UVNVeU1teHBibXRsY2lVeU1pVXlReVV5TW1aeWIyMGxNaklsTTBFbE4wSWxNakpwWkNVeU1pVXpRU1V5TWpFMVpHTTFOekl6WldVMFlUZGhKVEl5SlRKREpUSXlZVzVuYkdVbE1qSWxNMEV6TGpFME1UVTVNalkxTXpVNE9UYzVNeVV5UXlVeU1ua2xNaklsTTBFeU1EQWxNa01sTWpKNEpUSXlKVE5CTXpVNUpUZEVKVEpESlRJeVpHRjBZVUYwZEhKcFluVjBaWE1sTWpJbE0wRWxOVUlsTlVRbE1rTWxNakpzYjJOclpXUWxNaklsTTBGbVlXeHpaU1V5UXlVeU1uQnZhVzUwY3lVeU1pVXpRU1UxUWlVMVJDVXlReVV5TW1keWIzVndKVEl5SlROQkpUSXlKVEl5SlRKREpUSXljSEp2Y0hNbE1qSWxNMEVsTjBJbE1qSjZhVzVrWlhnbE1qSWxNMEV4TmlVM1JDVXlReVV5TW5SbGVIUkNiRzlqYXlVeU1pVXpRU1UxUWlVMVJDVTNSQ1V5UXlVeU1qRTFaR00xTnpNNU56Y3hORGM0SlRJeUpUTkJKVGRDSlRJeWRHOGxNaklsTTBFbE4wSWxNakpwWkNVeU1pVXpRU1V5TWpFMVpHTTFOekl6WldVMFlUZGhKVEl5SlRKREpUSXlZVzVuYkdVbE1qSWxNMEV3SlRKREpUSXllU1V5TWlVelFUSXdNQ1V5UXlVeU1uZ2xNaklsTTBFek16a2xOMFFsTWtNbE1qSnBaQ1V5TWlVelFTVXlNakUxWkdNMU56TTVOemN4TkRjNEpUSXlKVEpESlRJeWJHbHVhMlZ5Vkhsd1pTVXlNaVV6UVNVeU1tSnliMnRsYmlVeU1pVXlReVV5TW5SbGVIUWxNaklsTTBFbE1qSWxNaklsTWtNbE1qSnNhVzVsVTNSNWJHVWxNaklsTTBFbE4wSWxNakpzYVc1bFEyOXNiM0lsTWpJbE0wRWxNakl5TlRVbE1rTXlOVFVsTWtNeU5UVWxNaklsTWtNbE1qSnNhVzVsVTNSNWJHVWxNaklsTTBFbE1qSmtiM1FsTWpJbE1rTWxNakpsYm1SQmNuSnZkMU4wZVd4bEpUSXlKVE5CSlRJeWJtOXVaU1V5TWlVM1JDVXlReVV5TW01aGJXVWxNaklsTTBFbE1qSnNhVzVyWlhJbE1qSWxNa01sTWpKbWNtOXRKVEl5SlROQkpUZENKVEl5YVdRbE1qSWxNMEVsTWpJeE5XUmpOVGN3WVdRMVpESmpOaVV5TWlVeVF5VXlNbUZ1WjJ4bEpUSXlKVE5CTXk0eE5ERTFPVEkyTlRNMU9EazNPVE1sTWtNbE1qSjVKVEl5SlROQk1qQXdKVEpESlRJeWVDVXlNaVV6UVRJME1TVTNSQ1V5UXlVeU1tUmhkR0ZCZEhSeWFXSjFkR1Z6SlRJeUpUTkJKVFZDSlRWRUpUSkRKVEl5Ykc5amEyVmtKVEl5SlROQlptRnNjMlVsTWtNbE1qSndiMmx1ZEhNbE1qSWxNMEVsTlVJbE4wSWxNako0SlRJeUpUTkJNamt3SlRKREpUSXllU1V5TWlVelFUSXdNQ1UzUkNVeVF5VTNRaVV5TW5nbE1qSWxNMEV5T1RBbE1rTWxNako1SlRJeUpUTkJNakF3SlRkRUpUVkVKVEpESlRJeVozSnZkWEFsTWpJbE0wRWxNaklsTWpJbE1rTWxNakp3Y205d2N5VXlNaVV6UVNVM1FpVXlNbnBwYm1SbGVDVXlNaVV6UVRFMUpUZEVKVEpESlRJeWRHVjRkRUpzYjJOckpUSXlKVE5CSlRWQ0pUVkVKVGRFSlRKREpUSXlNVFZrWXpVM00yTTBNbU5sTkRVbE1qSWxNMEVsTjBJbE1qSnBaQ1V5TWlVelFTVXlNakUxWkdNMU56TmpOREpqWlRRMUpUSXlKVEpESlRJeWRHOGxNaklsTTBFbE4wSWxNakpwWkNVeU1pVXpRU1V5TWpFMVpHTTFOekkxWXpRek1UZ3pKVEl5SlRKREpUSXllU1V5TWlVelFUTXpNU1V5UXlVeU1tRnVaMnhsSlRJeUpUTkJNeTR4TkRFMU9USTJOVE0xT0RrM09UTWxNa01sTWpKNEpUSXlKVE5CTlRjMUpUZEVKVEpESlRJeWRHVjRkQ1V5TWlVelFTVXlNaVV5TWlVeVF5VXlNbXhwYm10bGNsUjVjR1VsTWpJbE0wRWxNakppY205clpXNGxNaklsTWtNbE1qSnVZVzFsSlRJeUpUTkJKVEl5YkdsdWEyVnlKVEl5SlRKREpUSXliR2x1WlZOMGVXeGxKVEl5SlROQkpUZENKVEl5YkdsdVpVTnZiRzl5SlRJeUpUTkJKVEl5TWpVMUpUSkRNalUxSlRKRE1qVTFKVEl5SlRKREpUSXliR2x1WlZOMGVXeGxKVEl5SlROQkpUSXlaRzkwSlRJeUpUSkRKVEl5Wlc1a1FYSnliM2RUZEhsc1pTVXlNaVV6UVNVeU1tNXZibVVsTWpJbE4wUWxNa01sTWpKd2IybHVkSE1sTWpJbE0wRWxOVUlsTjBJbE1qSjRKVEl5SlROQk5qQXlKVEpESlRJeWVTVXlNaVV6UVRNek1TVTNSQ1V5UXlVM1FpVXlNbmdsTWpJbE0wRTJNRElsTWtNbE1qSjVKVEl5SlROQk16TXhKVGRFSlRWRUpUSkRKVEl5Ykc5amEyVmtKVEl5SlROQlptRnNjMlVsTWtNbE1qSmtZWFJoUVhSMGNtbGlkWFJsY3lVeU1pVXpRU1UxUWlVMVJDVXlReVV5TW1aeWIyMGxNaklsTTBFbE4wSWxNakpwWkNVeU1pVXpRU1V5TWpFMVpHTTFOekV5T0RReE5qSm1KVEl5SlRKREpUSXllU1V5TWlVelFUTXpNU1V5UXlVeU1tRnVaMnhsSlRJeUpUTkJNQ1V5UXlVeU1uZ2xNaklsTTBFMk1qa2xOMFFsTWtNbE1qSm5jbTkxY0NVeU1pVXpRU1V5TWlVeU1pVXlReVV5TW5CeWIzQnpKVEl5SlROQkpUZENKVEl5ZW1sdVpHVjRKVEl5SlROQk1UZ2xOMFFsTWtNbE1qSjBaWGgwUW14dlkyc2xNaklsTTBFbE5VSWxOVVFsTjBRbE1rTWxNakl4TldSak5UY3paVFZpWVRKak15VXlNaVV6UVNVM1FpVXlNblJ2SlRJeUpUTkJKVGRDSlRJeWFXUWxNaklsTTBFbE1qSXhOV1JqTlRjeVlUVTNNak01T1NVeU1pVXlReVV5TW1GdVoyeGxKVEl5SlROQk1DVXlReVV5TW5rbE1qSWxNMEUwTnpjdU5TVXlReVV5TW5nbE1qSWxNMEUwTWpFbE4wUWxNa01sTWpKcFpDVXlNaVV6UVNVeU1qRTFaR00xTnpObE5XSmhNbU16SlRJeUpUSkRKVEl5YkdsdWEyVnlWSGx3WlNVeU1pVXpRU1V5TW1KeWIydGxiaVV5TWlVeVF5VXlNblJsZUhRbE1qSWxNMEVsTWpJbE1qSWxNa01sTWpKc2FXNWxVM1I1YkdVbE1qSWxNMEVsTjBJbE1qSnNhVzVsUTI5c2IzSWxNaklsTTBFbE1qSXlOVFVsTWtNeU5UVWxNa015TlRVbE1qSWxNa01sTWpKc2FXNWxVM1I1YkdVbE1qSWxNMEVsTWpKa2IzUWxNaklsTWtNbE1qSmxibVJCY25KdmQxTjBlV3hsSlRJeUpUTkJKVEl5Ym05dVpTVXlNaVUzUkNVeVF5VXlNbTVoYldVbE1qSWxNMEVsTWpKc2FXNXJaWElsTWpJbE1rTWxNakptY205dEpUSXlKVE5CSlRkQ0pUSXlhV1FsTWpJbE0wRWxNakl4TldSak5UY3hZakk1WkdKaU1TVXlNaVV5UXlVeU1tRnVaMnhsSlRJeUpUTkJNeTR4TkRFMU9USTJOVE0xT0RrM09UTWxNa01sTWpKNUpUSXlKVE5CTkRjM0xqVWxNa01sTWpKNEpUSXlKVE5CTXpZekpUZEVKVEpESlRJeVpHRjBZVUYwZEhKcFluVjBaWE1sTWpJbE0wRWxOVUlsTlVRbE1rTWxNakpzYjJOclpXUWxNaklsTTBGbVlXeHpaU1V5UXlVeU1uQnZhVzUwY3lVeU1pVXpRU1UxUWlVM1FpVXlNbmdsTWpJbE0wRXpPVElsTWtNbE1qSjVKVEl5SlROQk5EYzNMalVsTjBRbE1rTWxOMElsTWpKNEpUSXlKVE5CTXpreUpUSkRKVEl5ZVNVeU1pVXpRVFEzTnk0MUpUZEVKVFZFSlRKREpUSXlaM0p2ZFhBbE1qSWxNMEVsTWpJbE1qSWxNa01sTWpKd2NtOXdjeVV5TWlVelFTVTNRaVV5TW5wcGJtUmxlQ1V5TWlVelFUSXlKVGRFSlRKREpUSXlkR1Y0ZEVKc2IyTnJKVEl5SlROQkpUVkNKVFZFSlRkRUpUZEVKVEpESlRJeVkyOXRiV1Z1ZEhNbE1qSWxNMEVsTlVJbE5VUWxNa01sTWpKd2JIVm5hVzV6SlRJeUpUTkJKVGRDSlRkRUpUSkRKVEl5WVdsRGIyNTBZV2x1WlhKekpUSXlKVE5CSlRkQ0pUZEVKVEpESlRJeWFXNXpaWEowVUdGblpVOXdkSE1sTWpJbE0wRWxOMElsTjBRbE1rTWxNakp3YjNOMFVHRjViV1Z1ZENVeU1pVXpRU1UzUWlVM1JDVXlReVV5TW5Sb1pXMWxKVEl5SlROQkpUZENKVEl5Y0dGblpTVXlNaVV6UVNVM1FpVXlNbUpoWTJ0bmNtOTFibVJEYjJ4dmNpVXlNaVV6UVNVeU1uUnlZVzV6Y0dGeVpXNTBKVEl5SlRkRUpUZEVKVGRFIiwKCSJGaWxlSWQiIDogInBvX2JoamNpYmhpaWdoZ2lhIgp9Cg=="/>
    </extobj>
  </extobjs>
</s:customData>
</file>

<file path=customXml/itemProps62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5304</Words>
  <Application>WPS 演示</Application>
  <PresentationFormat>宽屏</PresentationFormat>
  <Paragraphs>246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19</vt:i4>
      </vt:variant>
    </vt:vector>
  </HeadingPairs>
  <TitlesOfParts>
    <vt:vector size="45" baseType="lpstr">
      <vt:lpstr>Arial</vt:lpstr>
      <vt:lpstr>宋体</vt:lpstr>
      <vt:lpstr>Wingdings</vt:lpstr>
      <vt:lpstr>Wingdings</vt:lpstr>
      <vt:lpstr>MiSans</vt:lpstr>
      <vt:lpstr>OPPOSans R</vt:lpstr>
      <vt:lpstr>汉仪中宋简</vt:lpstr>
      <vt:lpstr>MiSans Normal</vt:lpstr>
      <vt:lpstr>Times New Roman</vt:lpstr>
      <vt:lpstr>MiSans Medium</vt:lpstr>
      <vt:lpstr>Aptos</vt:lpstr>
      <vt:lpstr>FFont-Family</vt:lpstr>
      <vt:lpstr>Arial</vt:lpstr>
      <vt:lpstr>Noto Sans SC</vt:lpstr>
      <vt:lpstr>微软雅黑</vt:lpstr>
      <vt:lpstr>Arial Unicode MS</vt:lpstr>
      <vt:lpstr>Calibri</vt:lpstr>
      <vt:lpstr>汉仪中等线简</vt:lpstr>
      <vt:lpstr>汉仪文黑-55简</vt:lpstr>
      <vt:lpstr>黑体</vt:lpstr>
      <vt:lpstr>WPS</vt:lpstr>
      <vt:lpstr>1_Office 主题</vt:lpstr>
      <vt:lpstr>2_Office 主题</vt:lpstr>
      <vt:lpstr>小清新淡雅学习汇报通用模板</vt:lpstr>
      <vt:lpstr>3_Office 主题</vt:lpstr>
      <vt:lpstr>墨绿色医疗保健简约风主题</vt:lpstr>
      <vt:lpstr>StockLink: Connecting Orders, Inventory and Smarter Decisions</vt:lpstr>
      <vt:lpstr>PowerPoint 演示文稿</vt:lpstr>
      <vt:lpstr>Small Businesses Struggle to Keep Orders and Inventory in Sync 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StockLink: Connecting Orders, Inventory and Smarter Decisions</dc:title>
  <dc:creator/>
  <cp:lastModifiedBy>王彦沣@旺仔</cp:lastModifiedBy>
  <cp:revision>23</cp:revision>
  <dcterms:created xsi:type="dcterms:W3CDTF">2026-10-24T06:31:00Z</dcterms:created>
  <dcterms:modified xsi:type="dcterms:W3CDTF">2026-10-24T20:25:14Z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2DE3EEC7E0B14AA69110017AE37ADBC7_12</vt:lpwstr>
  </property>
</Properties>
</file>